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8926b70296244cc9" /><Relationship Type="http://schemas.openxmlformats.org/officeDocument/2006/relationships/extended-properties" Target="/docProps/app.xml" Id="Rf8f2978603ae4dc0" /><Relationship Type="http://schemas.openxmlformats.org/officeDocument/2006/relationships/officeDocument" Target="/ppt/presentation.xml" Id="R384d6b001ced428a" /></Relationships>
</file>

<file path=ppt/presentation.xml><?xml version="1.0" encoding="utf-8"?>
<p:presentation xmlns:p="http://schemas.openxmlformats.org/presentationml/2006/main">
  <p:sldMasterIdLst>
    <p:sldMasterId xmlns:r="http://schemas.openxmlformats.org/officeDocument/2006/relationships" id="2147483648" r:id="R3e227f098c554a90"/>
  </p:sldMasterIdLst>
  <p:notesMasterIdLst>
    <p:notesMasterId xmlns:r="http://schemas.openxmlformats.org/officeDocument/2006/relationships" r:id="R978664e2b3f3476a"/>
  </p:notesMasterIdLst>
  <p:sldIdLst>
    <p:sldId xmlns:r="http://schemas.openxmlformats.org/officeDocument/2006/relationships" id="256" r:id="Rc315c1b38bdc41af"/>
    <p:sldId xmlns:r="http://schemas.openxmlformats.org/officeDocument/2006/relationships" id="257" r:id="R99608f41492d4981"/>
    <p:sldId xmlns:r="http://schemas.openxmlformats.org/officeDocument/2006/relationships" id="258" r:id="Rf954b1c9a2c24e0b"/>
    <p:sldId xmlns:r="http://schemas.openxmlformats.org/officeDocument/2006/relationships" id="259" r:id="Rc72b0695c1614ed0"/>
    <p:sldId xmlns:r="http://schemas.openxmlformats.org/officeDocument/2006/relationships" id="260" r:id="Re9b491da3888455f"/>
    <p:sldId xmlns:r="http://schemas.openxmlformats.org/officeDocument/2006/relationships" id="261" r:id="R8ddd31f9e0e84e8f"/>
    <p:sldId xmlns:r="http://schemas.openxmlformats.org/officeDocument/2006/relationships" id="262" r:id="Rf178eaf63c374dc3"/>
    <p:sldId xmlns:r="http://schemas.openxmlformats.org/officeDocument/2006/relationships" id="263" r:id="R7b337580580f44ab"/>
    <p:sldId xmlns:r="http://schemas.openxmlformats.org/officeDocument/2006/relationships" id="264" r:id="R5345d5b217734f3f"/>
    <p:sldId xmlns:r="http://schemas.openxmlformats.org/officeDocument/2006/relationships" id="265" r:id="R2522750caae44030"/>
    <p:sldId xmlns:r="http://schemas.openxmlformats.org/officeDocument/2006/relationships" id="266" r:id="R9bc599153f824a6c"/>
    <p:sldId xmlns:r="http://schemas.openxmlformats.org/officeDocument/2006/relationships" id="267" r:id="R368ed3fda1a1490e"/>
    <p:sldId xmlns:r="http://schemas.openxmlformats.org/officeDocument/2006/relationships" id="268" r:id="R04c54eeb80634ff4"/>
    <p:sldId xmlns:r="http://schemas.openxmlformats.org/officeDocument/2006/relationships" id="269" r:id="Rc65037dc2ef84dce"/>
    <p:sldId xmlns:r="http://schemas.openxmlformats.org/officeDocument/2006/relationships" id="270" r:id="R1430271244fa475c"/>
    <p:sldId xmlns:r="http://schemas.openxmlformats.org/officeDocument/2006/relationships" id="271" r:id="R09057a1ee62840a5"/>
    <p:sldId xmlns:r="http://schemas.openxmlformats.org/officeDocument/2006/relationships" id="272" r:id="Rf0be3c633a6342ad"/>
    <p:sldId xmlns:r="http://schemas.openxmlformats.org/officeDocument/2006/relationships" id="273" r:id="Rd57e680793264d42"/>
    <p:sldId xmlns:r="http://schemas.openxmlformats.org/officeDocument/2006/relationships" id="274" r:id="R6168d59d30fc41ee"/>
    <p:sldId xmlns:r="http://schemas.openxmlformats.org/officeDocument/2006/relationships" id="275" r:id="Ra89f744b1040460f"/>
    <p:sldId xmlns:r="http://schemas.openxmlformats.org/officeDocument/2006/relationships" id="276" r:id="Red26ba8b1ed94837"/>
    <p:sldId xmlns:r="http://schemas.openxmlformats.org/officeDocument/2006/relationships" id="277" r:id="Rbe46f8c3961d4026"/>
    <p:sldId xmlns:r="http://schemas.openxmlformats.org/officeDocument/2006/relationships" id="278" r:id="Rb0098a8e6de24615"/>
    <p:sldId xmlns:r="http://schemas.openxmlformats.org/officeDocument/2006/relationships" id="279" r:id="R3cc99aa039b74c7f"/>
    <p:sldId xmlns:r="http://schemas.openxmlformats.org/officeDocument/2006/relationships" id="280" r:id="R166ab1f70adb4dac"/>
    <p:sldId xmlns:r="http://schemas.openxmlformats.org/officeDocument/2006/relationships" id="281" r:id="R62335ba6c88d4a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fdf64c4d8a45ad" /><Relationship Type="http://schemas.openxmlformats.org/officeDocument/2006/relationships/slideMaster" Target="/ppt/slideMasters/slideMaster1.xml" Id="R3e227f098c554a90" /><Relationship Type="http://schemas.openxmlformats.org/officeDocument/2006/relationships/notesMaster" Target="/ppt/notesMasters/notesMaster1.xml" Id="R978664e2b3f3476a" /><Relationship Type="http://schemas.openxmlformats.org/officeDocument/2006/relationships/presProps" Target="/ppt/presProps.xml" Id="R8c4bfa49c187430e" /><Relationship Type="http://schemas.openxmlformats.org/officeDocument/2006/relationships/tableStyles" Target="/ppt/tableStyles.xml" Id="R352e7af9b9da403f" /><Relationship Type="http://schemas.openxmlformats.org/officeDocument/2006/relationships/slide" Target="/ppt/slides/slide1.xml" Id="Rc315c1b38bdc41af" /><Relationship Type="http://schemas.openxmlformats.org/officeDocument/2006/relationships/slide" Target="/ppt/slides/slide2.xml" Id="R99608f41492d4981" /><Relationship Type="http://schemas.openxmlformats.org/officeDocument/2006/relationships/slide" Target="/ppt/slides/slide3.xml" Id="Rf954b1c9a2c24e0b" /><Relationship Type="http://schemas.openxmlformats.org/officeDocument/2006/relationships/slide" Target="/ppt/slides/slide4.xml" Id="Rc72b0695c1614ed0" /><Relationship Type="http://schemas.openxmlformats.org/officeDocument/2006/relationships/slide" Target="/ppt/slides/slide5.xml" Id="Re9b491da3888455f" /><Relationship Type="http://schemas.openxmlformats.org/officeDocument/2006/relationships/slide" Target="/ppt/slides/slide6.xml" Id="R8ddd31f9e0e84e8f" /><Relationship Type="http://schemas.openxmlformats.org/officeDocument/2006/relationships/slide" Target="/ppt/slides/slide7.xml" Id="Rf178eaf63c374dc3" /><Relationship Type="http://schemas.openxmlformats.org/officeDocument/2006/relationships/slide" Target="/ppt/slides/slide8.xml" Id="R7b337580580f44ab" /><Relationship Type="http://schemas.openxmlformats.org/officeDocument/2006/relationships/slide" Target="/ppt/slides/slide9.xml" Id="R5345d5b217734f3f" /><Relationship Type="http://schemas.openxmlformats.org/officeDocument/2006/relationships/slide" Target="/ppt/slides/slide10.xml" Id="R2522750caae44030" /><Relationship Type="http://schemas.openxmlformats.org/officeDocument/2006/relationships/slide" Target="/ppt/slides/slide11.xml" Id="R9bc599153f824a6c" /><Relationship Type="http://schemas.openxmlformats.org/officeDocument/2006/relationships/slide" Target="/ppt/slides/slide12.xml" Id="R368ed3fda1a1490e" /><Relationship Type="http://schemas.openxmlformats.org/officeDocument/2006/relationships/slide" Target="/ppt/slides/slide13.xml" Id="R04c54eeb80634ff4" /><Relationship Type="http://schemas.openxmlformats.org/officeDocument/2006/relationships/slide" Target="/ppt/slides/slide14.xml" Id="Rc65037dc2ef84dce" /><Relationship Type="http://schemas.openxmlformats.org/officeDocument/2006/relationships/slide" Target="/ppt/slides/slide15.xml" Id="R1430271244fa475c" /><Relationship Type="http://schemas.openxmlformats.org/officeDocument/2006/relationships/slide" Target="/ppt/slides/slide16.xml" Id="R09057a1ee62840a5" /><Relationship Type="http://schemas.openxmlformats.org/officeDocument/2006/relationships/slide" Target="/ppt/slides/slide17.xml" Id="Rf0be3c633a6342ad" /><Relationship Type="http://schemas.openxmlformats.org/officeDocument/2006/relationships/slide" Target="/ppt/slides/slide18.xml" Id="Rd57e680793264d42" /><Relationship Type="http://schemas.openxmlformats.org/officeDocument/2006/relationships/slide" Target="/ppt/slides/slide19.xml" Id="R6168d59d30fc41ee" /><Relationship Type="http://schemas.openxmlformats.org/officeDocument/2006/relationships/slide" Target="/ppt/slides/slide20.xml" Id="Ra89f744b1040460f" /><Relationship Type="http://schemas.openxmlformats.org/officeDocument/2006/relationships/slide" Target="/ppt/slides/slide21.xml" Id="Red26ba8b1ed94837" /><Relationship Type="http://schemas.openxmlformats.org/officeDocument/2006/relationships/slide" Target="/ppt/slides/slide22.xml" Id="Rbe46f8c3961d4026" /><Relationship Type="http://schemas.openxmlformats.org/officeDocument/2006/relationships/slide" Target="/ppt/slides/slide23.xml" Id="Rb0098a8e6de24615" /><Relationship Type="http://schemas.openxmlformats.org/officeDocument/2006/relationships/slide" Target="/ppt/slides/slide24.xml" Id="R3cc99aa039b74c7f" /><Relationship Type="http://schemas.openxmlformats.org/officeDocument/2006/relationships/slide" Target="/ppt/slides/slide25.xml" Id="R166ab1f70adb4dac" /><Relationship Type="http://schemas.openxmlformats.org/officeDocument/2006/relationships/slide" Target="/ppt/slides/slide26.xml" Id="R62335ba6c88d4a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3990bab5524d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4904a6dde04f68" /><Relationship Type="http://schemas.openxmlformats.org/officeDocument/2006/relationships/notesMaster" Target="/ppt/notesMasters/notesMaster1.xml" Id="R87e3a31687344f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c5b79a413f485b" /><Relationship Type="http://schemas.openxmlformats.org/officeDocument/2006/relationships/notesMaster" Target="/ppt/notesMasters/notesMaster1.xml" Id="R8c6ad3f7cffb4a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8943f5330d4419" /><Relationship Type="http://schemas.openxmlformats.org/officeDocument/2006/relationships/notesMaster" Target="/ppt/notesMasters/notesMaster1.xml" Id="Re6e12030de0b46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19b0bd7a594972" /><Relationship Type="http://schemas.openxmlformats.org/officeDocument/2006/relationships/notesMaster" Target="/ppt/notesMasters/notesMaster1.xml" Id="Rad9d5b95038349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405f6ead2a44b9" /><Relationship Type="http://schemas.openxmlformats.org/officeDocument/2006/relationships/notesMaster" Target="/ppt/notesMasters/notesMaster1.xml" Id="R457c87419dc34f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e05e3b79d54a88" /><Relationship Type="http://schemas.openxmlformats.org/officeDocument/2006/relationships/notesMaster" Target="/ppt/notesMasters/notesMaster1.xml" Id="R3ab8f4403e414d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b65295abf945a2" /><Relationship Type="http://schemas.openxmlformats.org/officeDocument/2006/relationships/notesMaster" Target="/ppt/notesMasters/notesMaster1.xml" Id="R554dea66c0a848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326947fb964487" /><Relationship Type="http://schemas.openxmlformats.org/officeDocument/2006/relationships/notesMaster" Target="/ppt/notesMasters/notesMaster1.xml" Id="R888ec216e2fe40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7b48b2db014d97" /><Relationship Type="http://schemas.openxmlformats.org/officeDocument/2006/relationships/notesMaster" Target="/ppt/notesMasters/notesMaster1.xml" Id="R8a36bf913c4c4f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edd712bb344bb7" /><Relationship Type="http://schemas.openxmlformats.org/officeDocument/2006/relationships/notesMaster" Target="/ppt/notesMasters/notesMaster1.xml" Id="Ree29b88d23e34c7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8695f70e7241fa" /><Relationship Type="http://schemas.openxmlformats.org/officeDocument/2006/relationships/notesMaster" Target="/ppt/notesMasters/notesMaster1.xml" Id="R6aeb353a3ca243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499c4e4a864813" /><Relationship Type="http://schemas.openxmlformats.org/officeDocument/2006/relationships/notesMaster" Target="/ppt/notesMasters/notesMaster1.xml" Id="Rc24a866b232545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4ca024af824d85" /><Relationship Type="http://schemas.openxmlformats.org/officeDocument/2006/relationships/notesMaster" Target="/ppt/notesMasters/notesMaster1.xml" Id="R08486287cffc45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93da9c082241ce" /><Relationship Type="http://schemas.openxmlformats.org/officeDocument/2006/relationships/notesMaster" Target="/ppt/notesMasters/notesMaster1.xml" Id="R1ef8820c915b40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5cccaeac0a418a" /><Relationship Type="http://schemas.openxmlformats.org/officeDocument/2006/relationships/notesMaster" Target="/ppt/notesMasters/notesMaster1.xml" Id="Rbf5a343f71f44f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fa56ed572b347c6" /><Relationship Type="http://schemas.openxmlformats.org/officeDocument/2006/relationships/notesMaster" Target="/ppt/notesMasters/notesMaster1.xml" Id="Re990b6f1f6aa493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95cbd6eb994e6f" /><Relationship Type="http://schemas.openxmlformats.org/officeDocument/2006/relationships/notesMaster" Target="/ppt/notesMasters/notesMaster1.xml" Id="Rcbbc086469574d6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a8961e254a04c7d" /><Relationship Type="http://schemas.openxmlformats.org/officeDocument/2006/relationships/notesMaster" Target="/ppt/notesMasters/notesMaster1.xml" Id="R5641f4bbb43149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1d9fff86aa458c" /><Relationship Type="http://schemas.openxmlformats.org/officeDocument/2006/relationships/notesMaster" Target="/ppt/notesMasters/notesMaster1.xml" Id="R895c0a98795a4e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11637c660974ed3" /><Relationship Type="http://schemas.openxmlformats.org/officeDocument/2006/relationships/notesMaster" Target="/ppt/notesMasters/notesMaster1.xml" Id="Rc2460a0c84dc409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c014a0ba39a4bb1" /><Relationship Type="http://schemas.openxmlformats.org/officeDocument/2006/relationships/notesMaster" Target="/ppt/notesMasters/notesMaster1.xml" Id="R0b0a520e0ef1452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be1e55428134b27" /><Relationship Type="http://schemas.openxmlformats.org/officeDocument/2006/relationships/notesMaster" Target="/ppt/notesMasters/notesMaster1.xml" Id="R0cc1a163f44646c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75557e019b74689" /><Relationship Type="http://schemas.openxmlformats.org/officeDocument/2006/relationships/notesMaster" Target="/ppt/notesMasters/notesMaster1.xml" Id="R62a236d3a8324ff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7b62888d0854ac4" /><Relationship Type="http://schemas.openxmlformats.org/officeDocument/2006/relationships/notesMaster" Target="/ppt/notesMasters/notesMaster1.xml" Id="R705544bde1d5414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cfffa0412dc4bd6" /><Relationship Type="http://schemas.openxmlformats.org/officeDocument/2006/relationships/notesMaster" Target="/ppt/notesMasters/notesMaster1.xml" Id="R16d6e1ecbc894df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db706cf8db343ed" /><Relationship Type="http://schemas.openxmlformats.org/officeDocument/2006/relationships/notesMaster" Target="/ppt/notesMasters/notesMaster1.xml" Id="R5d188b26e20744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 20초]</a:t>
            </a:r>
          </a:p>
          <a:p xmlns:a="http://schemas.openxmlformats.org/drawingml/2006/main">
            <a:r>
              <a:t/>
            </a:r>
          </a:p>
          <a:p xmlns:a="http://schemas.openxmlformats.org/drawingml/2006/main">
            <a:r>
              <a:t>핵심: 가족이 가진 약 기록에서 달라진 값을 확인하는 서비스입니다.</a:t>
            </a:r>
          </a:p>
          <a:p xmlns:a="http://schemas.openxmlformats.org/drawingml/2006/main">
            <a:r>
              <a:t/>
            </a:r>
          </a:p>
          <a:p xmlns:a="http://schemas.openxmlformats.org/drawingml/2006/main">
            <a:r>
              <a:t>발표 멘트</a:t>
            </a:r>
          </a:p>
          <a:p xmlns:a="http://schemas.openxmlformats.org/drawingml/2006/main">
            <a:r>
              <a:t>안녕하세요. 신세계 팀의 약이음을 소개하겠습니다. 약이음은 이전과 현재의 약 기록을 비교하고, 지금 실제로 먹는 약을 가족이 따로 확인해 남기는 서비스입니다.</a:t>
            </a:r>
          </a:p>
          <a:p xmlns:a="http://schemas.openxmlformats.org/drawingml/2006/main">
            <a:r>
              <a:t/>
            </a:r>
          </a:p>
          <a:p xmlns:a="http://schemas.openxmlformats.org/drawingml/2006/main">
            <a:r>
              <a:t>다음 장 연결</a:t>
            </a:r>
          </a:p>
          <a:p xmlns:a="http://schemas.openxmlformats.org/drawingml/2006/main">
            <a:r>
              <a:t>먼저 팀에서 맡은 일을 짧게 소개하겠습니다.</a:t>
            </a:r>
          </a:p>
          <a:p xmlns:a="http://schemas.openxmlformats.org/drawingml/2006/main">
            <a:r>
              <a:t/>
            </a:r>
          </a:p>
          <a:p xmlns:a="http://schemas.openxmlformats.org/drawingml/2006/main">
            <a:r>
              <a:t>[질문 시 참고할 근거]</a:t>
            </a:r>
          </a:p>
          <a:p xmlns:a="http://schemas.openxmlformats.org/drawingml/2006/main">
            <a:r>
              <a:t>근거: 프로젝트 기획서, 사용자 제공 구현·실행 기록. 코드 기준 codex/mvp-completion ccb2602. 임상 효과나 대표성 있는 정확도·사용성 성과로 일반화하지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[00:20–00:40 / 20초]</a:t>
            </a:r>
          </a:p>
          <a:p xmlns:a="http://schemas.openxmlformats.org/drawingml/2006/main">
            <a:r>
              <a:t/>
            </a:r>
          </a:p>
          <a:p xmlns:a="http://schemas.openxmlformats.org/drawingml/2006/main">
            <a:r>
              <a:t>핵심: 사진 읽기·약품 정보·화면·비교 기능을 나눠 개발했습니다.</a:t>
            </a:r>
          </a:p>
          <a:p xmlns:a="http://schemas.openxmlformats.org/drawingml/2006/main">
            <a:r>
              <a:t/>
            </a:r>
          </a:p>
          <a:p xmlns:a="http://schemas.openxmlformats.org/drawingml/2006/main">
            <a:r>
              <a:t>발표 멘트</a:t>
            </a:r>
          </a:p>
          <a:p xmlns:a="http://schemas.openxmlformats.org/drawingml/2006/main">
            <a:r>
              <a:t>김수정은 AI 사진 읽기, 공미순은 약품 정보와 서버, 안영주는 사용 화면을 맡았습니다. 최슬기는 비교 기능과 각 기능의 연결·검사를 담당했습니다.</a:t>
            </a:r>
          </a:p>
          <a:p xmlns:a="http://schemas.openxmlformats.org/drawingml/2006/main">
            <a:r>
              <a:t/>
            </a:r>
          </a:p>
          <a:p xmlns:a="http://schemas.openxmlformats.org/drawingml/2006/main">
            <a:r>
              <a:t>다음 장 연결</a:t>
            </a:r>
          </a:p>
          <a:p xmlns:a="http://schemas.openxmlformats.org/drawingml/2006/main">
            <a:r>
              <a:t>이 기능들을 왜 만들었는지 한 가지 예로 설명하겠습니다.</a:t>
            </a:r>
          </a:p>
          <a:p xmlns:a="http://schemas.openxmlformats.org/drawingml/2006/main">
            <a:r>
              <a:t/>
            </a:r>
          </a:p>
          <a:p xmlns:a="http://schemas.openxmlformats.org/drawingml/2006/main">
            <a:r>
              <a:t>[질문 시 참고할 근거]</a:t>
            </a:r>
          </a:p>
          <a:p xmlns:a="http://schemas.openxmlformats.org/drawingml/2006/main">
            <a:r>
              <a:t>근거: 프로젝트 기획서, 사용자 제공 구현·실행 기록. 코드 기준 codex/mvp-completion ccb2602. 임상 효과나 대표성 있는 정확도·사용성 성과로 일반화하지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[00:40–01:20 / 40초]</a:t>
            </a:r>
          </a:p>
          <a:p xmlns:a="http://schemas.openxmlformats.org/drawingml/2006/main">
            <a:r>
              <a:t/>
            </a:r>
          </a:p>
          <a:p xmlns:a="http://schemas.openxmlformats.org/drawingml/2006/main">
            <a:r>
              <a:t>핵심: 한 알의 성분량과 한 번에 먹는 양은 다른 정보입니다.</a:t>
            </a:r>
          </a:p>
          <a:p xmlns:a="http://schemas.openxmlformats.org/drawingml/2006/main">
            <a:r>
              <a:t/>
            </a:r>
          </a:p>
          <a:p xmlns:a="http://schemas.openxmlformats.org/drawingml/2006/main">
            <a:r>
              <a:t>발표 멘트</a:t>
            </a:r>
          </a:p>
          <a:p xmlns:a="http://schemas.openxmlformats.org/drawingml/2006/main">
            <a:r>
              <a:t>여러 병원이나 약국의 기록을 정리하다 보면 이전과 무엇이 바뀌었는지 직접 찾아야 합니다. 이 합성 예에서는 한 알의 성분량은 100밀리그램으로 같지만, 한 번에 먹는 양은 1정에서 2정으로 바뀌었습니다. 문서에 적힌 것과 실제 먹는 약이 다를 수도 있습니다. 그래서 달라진 값과 실제 복용을 나눠 확인하는 흐름을 만들었습니다.</a:t>
            </a:r>
          </a:p>
          <a:p xmlns:a="http://schemas.openxmlformats.org/drawingml/2006/main">
            <a:r>
              <a:t/>
            </a:r>
          </a:p>
          <a:p xmlns:a="http://schemas.openxmlformats.org/drawingml/2006/main">
            <a:r>
              <a:t>다음 장 연결</a:t>
            </a:r>
          </a:p>
          <a:p xmlns:a="http://schemas.openxmlformats.org/drawingml/2006/main">
            <a:r>
              <a:t>이 문제를 약이음에서 어떻게 해결하는지, 전체 사용 흐름을 먼저 보겠습니다.</a:t>
            </a:r>
          </a:p>
          <a:p xmlns:a="http://schemas.openxmlformats.org/drawingml/2006/main">
            <a:r>
              <a:t/>
            </a:r>
          </a:p>
          <a:p xmlns:a="http://schemas.openxmlformats.org/drawingml/2006/main">
            <a:r>
              <a:t>[질문 시 참고할 근거]</a:t>
            </a:r>
          </a:p>
          <a:p xmlns:a="http://schemas.openxmlformats.org/drawingml/2006/main">
            <a:r>
              <a:t>근거: 프로젝트 기획서, 사용자 제공 구현·실행 기록. 코드 기준 codex/mvp-completion ccb2602. 임상 효과나 대표성 있는 정확도·사용성 성과로 일반화하지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[01:20–01:50 / 30초]</a:t>
            </a:r>
          </a:p>
          <a:p xmlns:a="http://schemas.openxmlformats.org/drawingml/2006/main">
            <a:r>
              <a:t/>
            </a:r>
          </a:p>
          <a:p xmlns:a="http://schemas.openxmlformats.org/drawingml/2006/main">
            <a:r>
              <a:t>핵심: 자료 등록, 내용 확인, 변화 비교, 별도 복용 확인과 저장의 흐름을 그림으로 설명합니다.</a:t>
            </a:r>
          </a:p>
          <a:p xmlns:a="http://schemas.openxmlformats.org/drawingml/2006/main">
            <a:r>
              <a:t/>
            </a:r>
          </a:p>
          <a:p xmlns:a="http://schemas.openxmlformats.org/drawingml/2006/main">
            <a:r>
              <a:t>발표 멘트</a:t>
            </a:r>
          </a:p>
          <a:p xmlns:a="http://schemas.openxmlformats.org/drawingml/2006/main">
            <a:r>
              <a:t>사용 흐름은 그림의 위쪽 순서대로 보시면 됩니다. 먼저 이전과 현재의 사진이나 파일을 등록합니다. 사진에서 AI가 읽은 내용은 사용자가 원본과 대조해 수정합니다. 약 정보를 맞춘 뒤 달라진 값을 확인하고, 지금 먹는지는 따로 답해 저장합니다. 저장한 결과는 나중에 다시 열어볼 수 있습니다.</a:t>
            </a:r>
          </a:p>
          <a:p xmlns:a="http://schemas.openxmlformats.org/drawingml/2006/main">
            <a:r>
              <a:t/>
            </a:r>
          </a:p>
          <a:p xmlns:a="http://schemas.openxmlformats.org/drawingml/2006/main">
            <a:r>
              <a:t>다음 장 연결</a:t>
            </a:r>
          </a:p>
          <a:p xmlns:a="http://schemas.openxmlformats.org/drawingml/2006/main">
            <a:r>
              <a:t>이 흐름 가운데 이번 시제품에서 구현한 범위를 보겠습니다.</a:t>
            </a:r>
          </a:p>
          <a:p xmlns:a="http://schemas.openxmlformats.org/drawingml/2006/main">
            <a:r>
              <a:t/>
            </a:r>
          </a:p>
          <a:p xmlns:a="http://schemas.openxmlformats.org/drawingml/2006/main">
            <a:r>
              <a:t>[발표자 참고]</a:t>
            </a:r>
          </a:p>
          <a:p xmlns:a="http://schemas.openxmlformats.org/drawingml/2006/main">
            <a:r>
              <a:t>그림의 네 묶음은 사용자가 하는 일을 설명한 것입니다. 실제 사진 화면은 등록·내용 확인·결과의 세 단계입니다. 아래 100mg·1정에서 2정 예시는 앞 페이지에서 설명했으므로 반복하지 않습니다. 화면·서버·저장소 설명은 질문이 있을 때 짚습니다.</a:t>
            </a:r>
          </a:p>
          <a:p xmlns:a="http://schemas.openxmlformats.org/drawingml/2006/main">
            <a:r>
              <a:t>그림은 가상 자료로 설명한 개념도이며 실제 앱 화면이나 실조회 증거가 아닙니다. 가상알파정 100mg, 1정에서 2정은 설명용 예시입니다.</a:t>
            </a:r>
          </a:p>
          <a:p xmlns:a="http://schemas.openxmlformats.org/drawingml/2006/main">
            <a:r>
              <a:t>사진의 기존 실검증은 Gemini 추출과 가상 의약품 매칭입니다. HIRA 실검증은 단일 합성 제품의 실제 식약처 매칭·비교·저장·재조회입니다. 두 경로를 함께 실제 연동한 흐름으로 설명하지 않습니다.</a:t>
            </a:r>
          </a:p>
          <a:p xmlns:a="http://schemas.openxmlformats.org/drawingml/2006/main">
            <a:r>
              <a:t>근거: 프로젝트 기획서, 사용자 제공 구현·실행 기록, codex/mvp-completion ccb2602. 이미지: 이 대화에서 만든 설명용 삽화. 기록 비교는 의학적 안전 판정이나 복용 중단 권고가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[01:50–02:25 / 35초]</a:t>
            </a:r>
          </a:p>
          <a:p xmlns:a="http://schemas.openxmlformats.org/drawingml/2006/main">
            <a:r>
              <a:t/>
            </a:r>
          </a:p>
          <a:p xmlns:a="http://schemas.openxmlformats.org/drawingml/2006/main">
            <a:r>
              <a:t>핵심: 자료 비교·내용 확인·저장까지가 이번 시제품의 중심입니다.</a:t>
            </a:r>
          </a:p>
          <a:p xmlns:a="http://schemas.openxmlformats.org/drawingml/2006/main">
            <a:r>
              <a:t/>
            </a:r>
          </a:p>
          <a:p xmlns:a="http://schemas.openxmlformats.org/drawingml/2006/main">
            <a:r>
              <a:t>발표 멘트</a:t>
            </a:r>
          </a:p>
          <a:p xmlns:a="http://schemas.openxmlformats.org/drawingml/2006/main">
            <a:r>
              <a:t>사진이나 파일을 등록해 이전과 현재를 비교하고, 원본과 맞춰 내용을 고친 뒤 저장하고 다시 열 수 있습니다. 현재 시험에는 합성 자료를 사용했습니다. HIRA는 건강보험심사평가원이며, 여기서 말하는 HIRA 비교는 합성 파일 시험입니다. 기관에서 실제 환자 정보를 직접 가져온 것은 아닙니다. DUR 주의정보 등의 연결은 확장 계획입니다.</a:t>
            </a:r>
          </a:p>
          <a:p xmlns:a="http://schemas.openxmlformats.org/drawingml/2006/main">
            <a:r>
              <a:t/>
            </a:r>
          </a:p>
          <a:p xmlns:a="http://schemas.openxmlformats.org/drawingml/2006/main">
            <a:r>
              <a:t>다음 장 연결</a:t>
            </a:r>
          </a:p>
          <a:p xmlns:a="http://schemas.openxmlformats.org/drawingml/2006/main">
            <a:r>
              <a:t>그렇다면 기존 서비스와 어디에 초점을 달리했는지 보겠습니다.</a:t>
            </a:r>
          </a:p>
          <a:p xmlns:a="http://schemas.openxmlformats.org/drawingml/2006/main">
            <a:r>
              <a:t/>
            </a:r>
          </a:p>
          <a:p xmlns:a="http://schemas.openxmlformats.org/drawingml/2006/main">
            <a:r>
              <a:t>[질문 시 참고할 근거]</a:t>
            </a:r>
          </a:p>
          <a:p xmlns:a="http://schemas.openxmlformats.org/drawingml/2006/main">
            <a:r>
              <a:t>근거: 프로젝트 기획서, 사용자 제공 구현·실행 기록. 코드 기준 codex/mvp-completion ccb2602. 임상 효과나 대표성 있는 정확도·사용성 성과로 일반화하지 않음.</a:t>
            </a:r>
          </a:p>
          <a:p xmlns:a="http://schemas.openxmlformats.org/drawingml/2006/main">
            <a:r>
              <a:t>용어 근거: 건강보험심사평가원 공식 HIRA·DUR 안내 https://www.hira.or.kr/bbsDummy.do?brdBltNo=39&amp;brdScnBltNo=4&amp;pgmid=HIRAA020049000100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[02:25–03:15 / 50초]</a:t>
            </a:r>
          </a:p>
          <a:p xmlns:a="http://schemas.openxmlformats.org/drawingml/2006/main">
            <a:r>
              <a:t/>
            </a:r>
          </a:p>
          <a:p xmlns:a="http://schemas.openxmlformats.org/drawingml/2006/main">
            <a:r>
              <a:t>핵심: 약이음은 기록이 바뀐 뒤 가족이 확인하는 과정에 집중했습니다.</a:t>
            </a:r>
          </a:p>
          <a:p xmlns:a="http://schemas.openxmlformats.org/drawingml/2006/main">
            <a:r>
              <a:t/>
            </a:r>
          </a:p>
          <a:p xmlns:a="http://schemas.openxmlformats.org/drawingml/2006/main">
            <a:r>
              <a:t>발표 멘트</a:t>
            </a:r>
          </a:p>
          <a:p xmlns:a="http://schemas.openxmlformats.org/drawingml/2006/main">
            <a:r>
              <a:t>기존 서비스에도 강점이 있습니다. HIRA는 투약 이력을 조회하고, 나의건강기록은 가족 건강관리와 복약 알림을 제공합니다. 필라이즈는 영양제 분석과 섭취 관리를 지원합니다. 약이음은 두 기록에서 무엇이 달라졌는지 찾고, 지금 먹는지는 따로 확인하며, 모르는 값은 보류하는 흐름에 집중했습니다. 이 과정이 이번 프로젝트의 차별화 지점입니다. 경쟁사에 없는 기능이나 더 높은 성능을 입증했다는 뜻은 아닙니다.</a:t>
            </a:r>
          </a:p>
          <a:p xmlns:a="http://schemas.openxmlformats.org/drawingml/2006/main">
            <a:r>
              <a:t/>
            </a:r>
          </a:p>
          <a:p xmlns:a="http://schemas.openxmlformats.org/drawingml/2006/main">
            <a:r>
              <a:t>다음 장 연결</a:t>
            </a:r>
          </a:p>
          <a:p xmlns:a="http://schemas.openxmlformats.org/drawingml/2006/main">
            <a:r>
              <a:t>이 과정을 만들기 위해 AI와 프로그램, 사용자의 역할을 나눴습니다.</a:t>
            </a:r>
          </a:p>
          <a:p xmlns:a="http://schemas.openxmlformats.org/drawingml/2006/main">
            <a:r>
              <a:t/>
            </a:r>
          </a:p>
          <a:p xmlns:a="http://schemas.openxmlformats.org/drawingml/2006/main">
            <a:r>
              <a:t>[질문 시 참고할 근거]</a:t>
            </a:r>
          </a:p>
          <a:p xmlns:a="http://schemas.openxmlformats.org/drawingml/2006/main">
            <a:r>
              <a:t/>
            </a:r>
          </a:p>
          <a:p xmlns:a="http://schemas.openxmlformats.org/drawingml/2006/main">
            <a:r>
              <a:t>[1] 건강보험심사평가원, 내가 먹는 약! 한눈에: https://www.hira.or.kr/rb/dur/form.do?pgmid=HIRAA050300000100</a:t>
            </a:r>
          </a:p>
          <a:p xmlns:a="http://schemas.openxmlformats.org/drawingml/2006/main">
            <a:r>
              <a:t>[2] 한국보건의료정보원, 나의건강기록: https://www.khis.kr/board.es?act=view&amp;bid=0038&amp;list_no=1603&amp;mid=a10315000000&amp;tag= 및 https://www.khis.kr/board.es?act=view&amp;bid=0038&amp;list_no=1555&amp;mid=a10315000000&amp;tag=</a:t>
            </a:r>
          </a:p>
          <a:p xmlns:a="http://schemas.openxmlformats.org/drawingml/2006/main">
            <a:r>
              <a:t>[3] Pillyze Inc. App Store 개발사 제공 소개: https://apps.apple.com/kr/app/id1595472563</a:t>
            </a:r>
          </a:p>
          <a:p xmlns:a="http://schemas.openxmlformats.org/drawingml/2006/main">
            <a:r>
              <a:t>2026-10-31 공식 소개 확인. 경쟁사 기능 전수 검사·기능 부재·시장 유일성·우월성 검증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[03:15–04:05 / 50초]</a:t>
            </a:r>
          </a:p>
          <a:p xmlns:a="http://schemas.openxmlformats.org/drawingml/2006/main">
            <a:r>
              <a:t/>
            </a:r>
          </a:p>
          <a:p xmlns:a="http://schemas.openxmlformats.org/drawingml/2006/main">
            <a:r>
              <a:t>핵심: AI가 읽은 값을 사용자가 확인하고, 확인된 항목을 규칙으로 비교합니다.</a:t>
            </a:r>
          </a:p>
          <a:p xmlns:a="http://schemas.openxmlformats.org/drawingml/2006/main">
            <a:r>
              <a:t/>
            </a:r>
          </a:p>
          <a:p xmlns:a="http://schemas.openxmlformats.org/drawingml/2006/main">
            <a:r>
              <a:t>발표 멘트</a:t>
            </a:r>
          </a:p>
          <a:p xmlns:a="http://schemas.openxmlformats.org/drawingml/2006/main">
            <a:r>
              <a:t>Gemini AI는 사진에서 약 이름과 용량 등을 읽습니다. 다음 단계에서는 제품과 성분, 함량을 약품 정보와 맞춥니다. 확인한 항목끼리 비교해 달라진 값을 찾고, 사용자는 사진과 내용을 대조해 수정합니다. 실제로 먹는지는 사용자가 따로 입력합니다. 영상의 시연용 가상 응답은 외부 서비스를 새로 부르지 않고 준비한 시험 값을 돌려주는 방식입니다. 실제 연결 범위는 영상 뒤에 구분해 설명하겠습니다.</a:t>
            </a:r>
          </a:p>
          <a:p xmlns:a="http://schemas.openxmlformats.org/drawingml/2006/main">
            <a:r>
              <a:t/>
            </a:r>
          </a:p>
          <a:p xmlns:a="http://schemas.openxmlformats.org/drawingml/2006/main">
            <a:r>
              <a:t>다음 장 연결</a:t>
            </a:r>
          </a:p>
          <a:p xmlns:a="http://schemas.openxmlformats.org/drawingml/2006/main">
            <a:r>
              <a:t>여기서 가장 중요한 구분이 기록의 변화와 실제 복용입니다.</a:t>
            </a:r>
          </a:p>
          <a:p xmlns:a="http://schemas.openxmlformats.org/drawingml/2006/main">
            <a:r>
              <a:t/>
            </a:r>
          </a:p>
          <a:p xmlns:a="http://schemas.openxmlformats.org/drawingml/2006/main">
            <a:r>
              <a:t>[질문 시 참고할 근거]</a:t>
            </a:r>
          </a:p>
          <a:p xmlns:a="http://schemas.openxmlformats.org/drawingml/2006/main">
            <a:r>
              <a:t>근거: 프로젝트 기획서, 사용자 제공 구현·실행 기록. 코드 기준 codex/mvp-completion ccb2602. 임상 효과나 대표성 있는 정확도·사용성 성과로 일반화하지 않음.</a:t>
            </a:r>
          </a:p>
          <a:p xmlns:a="http://schemas.openxmlformats.org/drawingml/2006/main">
            <a:r>
              <a:t>용어 풀이: Gemini는 제미나이, FastAPI는 패스트 에이피아이, PostgreSQL은 포스트그레스큐엘. 정규화는 이름과 단위 표기를 비교 가능한 형태로 맞추는 과정. API는 다른 서비스와 자료를 주고받는 연결 방식. 가상 응답(Mock)은 준비한 시험 값을 돌려주는 방식.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[04:05–04:45 / 40초]</a:t>
            </a:r>
          </a:p>
          <a:p xmlns:a="http://schemas.openxmlformats.org/drawingml/2006/main">
            <a:r>
              <a:t/>
            </a:r>
          </a:p>
          <a:p xmlns:a="http://schemas.openxmlformats.org/drawingml/2006/main">
            <a:r>
              <a:t>핵심: 기록의 변화로 실제 복용 여부를 자동 판단하지 않습니다.</a:t>
            </a:r>
          </a:p>
          <a:p xmlns:a="http://schemas.openxmlformats.org/drawingml/2006/main">
            <a:r>
              <a:t/>
            </a:r>
          </a:p>
          <a:p xmlns:a="http://schemas.openxmlformats.org/drawingml/2006/main">
            <a:r>
              <a:t>발표 멘트</a:t>
            </a:r>
          </a:p>
          <a:p xmlns:a="http://schemas.openxmlformats.org/drawingml/2006/main">
            <a:r>
              <a:t>왼쪽의 1정에서 2정은 문서에서 달라진 값입니다. 오른쪽의 먹고 있음, 먹지 않음, 잘 모르겠음은 사용자가 따로 확인합니다. 이전 자료에만 있다는 이유로 복용 중단을 판단하지 않습니다. 기록 동일은 성분과 함량, 한 번의 양, 단위와 하루 횟수 기준입니다. 날짜와 기간은 별도이고, 필요한 값이 불명확하거나 후보가 여러 개면 비교를 보류합니다.</a:t>
            </a:r>
          </a:p>
          <a:p xmlns:a="http://schemas.openxmlformats.org/drawingml/2006/main">
            <a:r>
              <a:t/>
            </a:r>
          </a:p>
          <a:p xmlns:a="http://schemas.openxmlformats.org/drawingml/2006/main">
            <a:r>
              <a:t>다음 장 연결</a:t>
            </a:r>
          </a:p>
          <a:p xmlns:a="http://schemas.openxmlformats.org/drawingml/2006/main">
            <a:r>
              <a:t>이제 영상에서 달라진 값, 별도 복용 확인, 비교 보류가 어떻게 표시되는지 보겠습니다.</a:t>
            </a:r>
          </a:p>
          <a:p xmlns:a="http://schemas.openxmlformats.org/drawingml/2006/main">
            <a:r>
              <a:t/>
            </a:r>
          </a:p>
          <a:p xmlns:a="http://schemas.openxmlformats.org/drawingml/2006/main">
            <a:r>
              <a:t>[질문 시 참고할 근거]</a:t>
            </a:r>
          </a:p>
          <a:p xmlns:a="http://schemas.openxmlformats.org/drawingml/2006/main">
            <a:r>
              <a:t>근거: 프로젝트 기획서, 사용자 제공 구현·실행 기록. 코드 기준 codex/mvp-completion ccb2602. 임상 효과나 대표성 있는 정확도·사용성 성과로 일반화하지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[04:45–05:00 / 15초 + 영상 05:00–12:00 / 420초]</a:t>
            </a:r>
          </a:p>
          <a:p xmlns:a="http://schemas.openxmlformats.org/drawingml/2006/main">
            <a:r>
              <a:t/>
            </a:r>
          </a:p>
          <a:p xmlns:a="http://schemas.openxmlformats.org/drawingml/2006/main">
            <a:r>
              <a:t>핵심: 영상의 새 조작과 기존 실제 연결 기록은 구분해 봐 주세요.</a:t>
            </a:r>
          </a:p>
          <a:p xmlns:a="http://schemas.openxmlformats.org/drawingml/2006/main">
            <a:r>
              <a:t/>
            </a:r>
          </a:p>
          <a:p xmlns:a="http://schemas.openxmlformats.org/drawingml/2006/main">
            <a:r>
              <a:t>발표 멘트</a:t>
            </a:r>
          </a:p>
          <a:p xmlns:a="http://schemas.openxmlformats.org/drawingml/2006/main">
            <a:r>
              <a:t>새로 입력하고 저장하는 장면은 시연용 가상 응답입니다. 기존 실제 연결 결과는 제공된 실행 기록의 요약으로 구분했습니다.</a:t>
            </a:r>
          </a:p>
          <a:p xmlns:a="http://schemas.openxmlformats.org/drawingml/2006/main">
            <a:r>
              <a:t/>
            </a:r>
          </a:p>
          <a:p xmlns:a="http://schemas.openxmlformats.org/drawingml/2006/main">
            <a:r>
              <a:t>다음 장 연결</a:t>
            </a:r>
          </a:p>
          <a:p xmlns:a="http://schemas.openxmlformats.org/drawingml/2006/main">
            <a:r>
              <a:t>[영상 종료 후] 방금 보신 흐름에서 실제 연결로 확인한 부분을 정리하겠습니다.</a:t>
            </a:r>
          </a:p>
          <a:p xmlns:a="http://schemas.openxmlformats.org/drawingml/2006/main">
            <a:r>
              <a:t/>
            </a:r>
          </a:p>
          <a:p xmlns:a="http://schemas.openxmlformats.org/drawingml/2006/main">
            <a:r>
              <a:t>[질문 시 참고할 근거]</a:t>
            </a:r>
          </a:p>
          <a:p xmlns:a="http://schemas.openxmlformats.org/drawingml/2006/main">
            <a:r>
              <a:t>영상 파일 YAKEUM_FINAL_TTS_BGM.mp4, 420초. 이 PPTX의 9번 슬라이드에 내장. PowerPoint 슬라이드 쇼에서 클릭해 재생하고 영상이 끝나면 10번 슬라이드로 이동. 원본 영상의 음성·자막·길이는 변경하지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[12:00–13:10 / 70초]</a:t>
            </a:r>
          </a:p>
          <a:p xmlns:a="http://schemas.openxmlformats.org/drawingml/2006/main">
            <a:r>
              <a:t/>
            </a:r>
          </a:p>
          <a:p xmlns:a="http://schemas.openxmlformats.org/drawingml/2006/main">
            <a:r>
              <a:t>핵심: 사진과 HIRA 파일은 서로 다른 범위까지 실제 연결을 확인했습니다.</a:t>
            </a:r>
          </a:p>
          <a:p xmlns:a="http://schemas.openxmlformats.org/drawingml/2006/main">
            <a:r>
              <a:t/>
            </a:r>
          </a:p>
          <a:p xmlns:a="http://schemas.openxmlformats.org/drawingml/2006/main">
            <a:r>
              <a:t>발표 멘트</a:t>
            </a:r>
          </a:p>
          <a:p xmlns:a="http://schemas.openxmlformats.org/drawingml/2006/main">
            <a:r>
              <a:t>사진은 합성 이미지에 대한 실제 Gemini 읽기와, 가상 약품 정보로 비교·저장·다시 열기를 확인한 기록이 있습니다. HIRA 파일은 합성 제품 한 건을 실제 식약처 정보와 연결하고 비교·저장·다시 열기를 확인했습니다. 사진을 읽은 뒤 실제 식약처 조회까지 연속으로 수행하는 전체 과정은 아직 남아 있습니다. 영상 제작 중 실제 서비스를 추가 호출하지 않았습니다. 정확도나 실제 사용 편의성을 수치로 평가한 결과도 아직 없습니다.</a:t>
            </a:r>
          </a:p>
          <a:p xmlns:a="http://schemas.openxmlformats.org/drawingml/2006/main">
            <a:r>
              <a:t/>
            </a:r>
          </a:p>
          <a:p xmlns:a="http://schemas.openxmlformats.org/drawingml/2006/main">
            <a:r>
              <a:t>다음 장 연결</a:t>
            </a:r>
          </a:p>
          <a:p xmlns:a="http://schemas.openxmlformats.org/drawingml/2006/main">
            <a:r>
              <a:t>다음 단계는 이 검증의 범위를 넓히는 일입니다.</a:t>
            </a:r>
          </a:p>
          <a:p xmlns:a="http://schemas.openxmlformats.org/drawingml/2006/main">
            <a:r>
              <a:t/>
            </a:r>
          </a:p>
          <a:p xmlns:a="http://schemas.openxmlformats.org/drawingml/2006/main">
            <a:r>
              <a:t>[질문 시 참고할 근거]</a:t>
            </a:r>
          </a:p>
          <a:p xmlns:a="http://schemas.openxmlformats.org/drawingml/2006/main">
            <a:r>
              <a:t>근거: 프로젝트 기획서, 사용자 제공 구현·실행 기록. 코드 기준 codex/mvp-completion ccb2602. 임상 효과나 대표성 있는 정확도·사용성 성과로 일반화하지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[13:10–14:15 / 65초]</a:t>
            </a:r>
          </a:p>
          <a:p xmlns:a="http://schemas.openxmlformats.org/drawingml/2006/main">
            <a:r>
              <a:t/>
            </a:r>
          </a:p>
          <a:p xmlns:a="http://schemas.openxmlformats.org/drawingml/2006/main">
            <a:r>
              <a:t>핵심: 다양한 자료와 실제 사용자로 시험하고 운영 조건을 준비해야 합니다.</a:t>
            </a:r>
          </a:p>
          <a:p xmlns:a="http://schemas.openxmlformats.org/drawingml/2006/main">
            <a:r>
              <a:t/>
            </a:r>
          </a:p>
          <a:p xmlns:a="http://schemas.openxmlformats.org/drawingml/2006/main">
            <a:r>
              <a:t>발표 멘트</a:t>
            </a:r>
          </a:p>
          <a:p xmlns:a="http://schemas.openxmlformats.org/drawingml/2006/main">
            <a:r>
              <a:t>먼저 실제 사진 읽기와 공식 약품 확인을 전체 과정으로 연결해 시험하겠습니다. 제품과 문서 종류를 늘려 잘 읽었는지, 잘못 연결했는지, 적절히 보류했는지 확인해야 합니다. 가족 사용자를 대상으로 끝까지 할 수 있는지, 어디서 어려움을 겪는지도 살펴봐야 합니다. 실제 건강정보를 다루기 전에는 동의와 접근 권한, 보관·삭제·백업 정책도 준비해야 합니다. 지금은 합성 자료로 시험하는 시제품 단계입니다.</a:t>
            </a:r>
          </a:p>
          <a:p xmlns:a="http://schemas.openxmlformats.org/drawingml/2006/main">
            <a:r>
              <a:t/>
            </a:r>
          </a:p>
          <a:p xmlns:a="http://schemas.openxmlformats.org/drawingml/2006/main">
            <a:r>
              <a:t>다음 장 연결</a:t>
            </a:r>
          </a:p>
          <a:p xmlns:a="http://schemas.openxmlformats.org/drawingml/2006/main">
            <a:r>
              <a:t>마지막으로 약이음이 집중한 가치를 한 문장으로 정리하겠습니다.</a:t>
            </a:r>
          </a:p>
          <a:p xmlns:a="http://schemas.openxmlformats.org/drawingml/2006/main">
            <a:r>
              <a:t/>
            </a:r>
          </a:p>
          <a:p xmlns:a="http://schemas.openxmlformats.org/drawingml/2006/main">
            <a:r>
              <a:t>[질문 시 참고할 근거]</a:t>
            </a:r>
          </a:p>
          <a:p xmlns:a="http://schemas.openxmlformats.org/drawingml/2006/main">
            <a:r>
              <a:t>근거: 프로젝트 기획서, 사용자 제공 구현·실행 기록. 코드 기준 codex/mvp-completion ccb2602. 임상 효과나 대표성 있는 정확도·사용성 성과로 일반화하지 않음. 초기 약 20건·사용자 5~20명은 기획서의 계획이며 완료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[14:15–15:00 / 45초]</a:t>
            </a:r>
          </a:p>
          <a:p xmlns:a="http://schemas.openxmlformats.org/drawingml/2006/main">
            <a:r>
              <a:t/>
            </a:r>
          </a:p>
          <a:p xmlns:a="http://schemas.openxmlformats.org/drawingml/2006/main">
            <a:r>
              <a:t>핵심: 달라진 값을 보고, 지금 먹는 약을 따로 확인합니다.</a:t>
            </a:r>
          </a:p>
          <a:p xmlns:a="http://schemas.openxmlformats.org/drawingml/2006/main">
            <a:r>
              <a:t/>
            </a:r>
          </a:p>
          <a:p xmlns:a="http://schemas.openxmlformats.org/drawingml/2006/main">
            <a:r>
              <a:t>발표 멘트</a:t>
            </a:r>
          </a:p>
          <a:p xmlns:a="http://schemas.openxmlformats.org/drawingml/2006/main">
            <a:r>
              <a:t>약이음은 가족이 약 기록의 차이를 이해하고 현재 복용을 확인할 수 있게 만드는 데 집중했습니다. 확인할 수 없는 값은 이유와 함께 보류합니다. 이 흐름을 시제품으로 만들었고, 실제 연결로 확인한 범위와 앞으로 검증할 부분을 구분했습니다. 다음에는 다양한 자료와 실제 사용자 시험을 통해 도움이 되는지 확인하겠습니다. 감사합니다.</a:t>
            </a:r>
          </a:p>
          <a:p xmlns:a="http://schemas.openxmlformats.org/drawingml/2006/main">
            <a:r>
              <a:t/>
            </a:r>
          </a:p>
          <a:p xmlns:a="http://schemas.openxmlformats.org/drawingml/2006/main">
            <a:r>
              <a:t>다음 장 연결</a:t>
            </a:r>
          </a:p>
          <a:p xmlns:a="http://schemas.openxmlformats.org/drawingml/2006/main">
            <a:r>
              <a:t>질문을 받겠습니다.</a:t>
            </a:r>
          </a:p>
          <a:p xmlns:a="http://schemas.openxmlformats.org/drawingml/2006/main">
            <a:r>
              <a:t/>
            </a:r>
          </a:p>
          <a:p xmlns:a="http://schemas.openxmlformats.org/drawingml/2006/main">
            <a:r>
              <a:t>[질문 시 참고할 근거]</a:t>
            </a:r>
          </a:p>
          <a:p xmlns:a="http://schemas.openxmlformats.org/drawingml/2006/main">
            <a:r>
              <a:t>근거: 프로젝트 기획서, 사용자 제공 구현·실행 기록. 코드 기준 codex/mvp-completion ccb2602. 임상 효과나 대표성 있는 정확도·사용성 성과로 일반화하지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기록에서 비교하는 항목과 실제 복용·의학적 판단을 구분합니다.</a:t>
            </a:r>
          </a:p>
          <a:p xmlns:a="http://schemas.openxmlformats.org/drawingml/2006/main">
            <a:r>
              <a:t>설명: 이름과 단위를 비교 가능한 표기로 맞춘 다음 성분·함량·한 번의 양·단위·하루 횟수를 비교합니다. 날짜·기간까지 모두 같다는 의미는 아닙니다. 복용 중단이나 적정 용량은 기록 비교 결과만으로 자동 판단하지 않습니다.</a:t>
            </a:r>
          </a:p>
          <a:p xmlns:a="http://schemas.openxmlformats.org/drawingml/2006/main">
            <a:r>
              <a:t>근거: 프로젝트 기획서와 사용자 제공 비교 엔진·복용 상태 구현 보고. 자세한 제형·특수 복용법 전체의 실검증을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모르는 값을 채워 성공으로 표시하지 않고 보류합니다.</a:t>
            </a:r>
          </a:p>
          <a:p xmlns:a="http://schemas.openxmlformats.org/drawingml/2006/main">
            <a:r>
              <a:t>설명: 이 화면은 로컬 합성 사례입니다. 비교에 필요한 값이 확인되지 않았을 때 보류 사유를 보여 주는 흐름입니다. 실제 약의 안전성이나 위험성을 판단한 화면이 아닙니다.</a:t>
            </a:r>
          </a:p>
          <a:p xmlns:a="http://schemas.openxmlformats.org/drawingml/2006/main">
            <a:r>
              <a:t>근거: 사용자 제공 최종 영상의 합성 사례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근거: 4조 프로젝트기획서 약이음 1~2쪽. 구현 기준: https://github.com/seulkichoe80-hash/yakeum/tree/codex/mvp-completion 의 ccb2602.</a:t>
            </a:r>
          </a:p>
          <a:p xmlns:a="http://schemas.openxmlformats.org/drawingml/2006/main">
            <a:r>
              <a:t>실제 연결 검증의 근거는 사용자가 제공한 기존 Render 실행 응답과 저장·재조회 확인 기록입니다. 이번 제작에서는 실제 연결을 추가 시험하지 않았습니다.</a:t>
            </a:r>
          </a:p>
          <a:p xmlns:a="http://schemas.openxmlformats.org/drawingml/2006/main">
            <a:r>
              <a:t>영상: YAKEUM_FINAL_TTS_BGM.mp4, 420초. 다운로드용 PPTX의 9번 슬라이드에 내장되어 있습니다. 발표 전 PowerPoint 슬라이드 쇼에서 클릭 재생과 음량을 확인해 주세요.</a:t>
            </a:r>
          </a:p>
          <a:p xmlns:a="http://schemas.openxmlformats.org/drawingml/2006/main">
            <a:r>
              <a:t>기능 검사 통과 수와 사진 읽기 정확도·사용성 효과는 구분합니다.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받은 뒤 답변]</a:t>
            </a:r>
          </a:p>
          <a:p xmlns:a="http://schemas.openxmlformats.org/drawingml/2006/main">
            <a:r>
              <a:t>첫 답은 화면의 두 줄로 짧게 설명하고, 추가 질문이 있을 때 아래 내용을 보충합니다.</a:t>
            </a:r>
          </a:p>
          <a:p xmlns:a="http://schemas.openxmlformats.org/drawingml/2006/main">
            <a:r>
              <a:t/>
            </a:r>
          </a:p>
          <a:p xmlns:a="http://schemas.openxmlformats.org/drawingml/2006/main">
            <a:r>
              <a:t>Q1 손 대조·엑셀 정리와 어떻게 비교할 건가요?</a:t>
            </a:r>
          </a:p>
          <a:p xmlns:a="http://schemas.openxmlformats.org/drawingml/2006/main">
            <a:r>
              <a:t>답변: 추가 평가안: 같은 자료와 과제를 주고 완료 시간·오류를 비교합니다. 사용 순서를 바꿔 익숙해진 효과를 줄이며, 현재 측정 결과는 없습니다.</a:t>
            </a:r>
          </a:p>
          <a:p xmlns:a="http://schemas.openxmlformats.org/drawingml/2006/main">
            <a:r>
              <a:t>보충: 비교 과제는 변경된 값 찾기, 불명확한 항목 남기기, 실제 복용 상태 기록하기로 맞춥니다. 참가자마다 도구 사용 순서를 교차 배치하는 안입니다. 비교 시험을 이미 완료했다고 말하지 않습니다.</a:t>
            </a:r>
          </a:p>
          <a:p xmlns:a="http://schemas.openxmlformats.org/drawingml/2006/main">
            <a:r>
              <a:t/>
            </a:r>
          </a:p>
          <a:p xmlns:a="http://schemas.openxmlformats.org/drawingml/2006/main">
            <a:r>
              <a:t>Q2 검증용 정답은 누가, 어떻게 정하나요?</a:t>
            </a:r>
          </a:p>
          <a:p xmlns:a="http://schemas.openxmlformats.org/drawingml/2006/main">
            <a:r>
              <a:t>답변: 추가 평가안: 원본 기준 정답을 독립적으로 작성·교차 확인합니다. 의약품 해석이 필요한 항목은 전문가 검토가 필요합니다.</a:t>
            </a:r>
          </a:p>
          <a:p xmlns:a="http://schemas.openxmlformats.org/drawingml/2006/main">
            <a:r>
              <a:t>보충: 정답에는 제품명·성분·함량·투약량·단위·횟수와 확인 불가 상태를 포함하는 안입니다. 의견이 갈린 사례의 확정 절차가 필요하며, 전문 검수 데이터셋 구축 완료를 뜻하지 않습니다.</a:t>
            </a:r>
          </a:p>
          <a:p xmlns:a="http://schemas.openxmlformats.org/drawingml/2006/main">
            <a:r>
              <a:t/>
            </a:r>
          </a:p>
          <a:p xmlns:a="http://schemas.openxmlformats.org/drawingml/2006/main">
            <a:r>
              <a:t>근거 범위: 프로젝트 기획서와 사용자 제공 구현·검증 보고. 추가 평가·운영 설계 제안은 실제 구현이나 시험 완료로 표현하지 않습니다. 발표 본문에 이미 있는 목적·역할·기본 흐름·연동 범위·한계는 이 질문 목록에서 반복하지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받은 뒤 답변]</a:t>
            </a:r>
          </a:p>
          <a:p xmlns:a="http://schemas.openxmlformats.org/drawingml/2006/main">
            <a:r>
              <a:t>첫 답은 화면의 두 줄로 짧게 설명하고, 추가 질문이 있을 때 아래 내용을 보충합니다.</a:t>
            </a:r>
          </a:p>
          <a:p xmlns:a="http://schemas.openxmlformats.org/drawingml/2006/main">
            <a:r>
              <a:t/>
            </a:r>
          </a:p>
          <a:p xmlns:a="http://schemas.openxmlformats.org/drawingml/2006/main">
            <a:r>
              <a:t>Q3 익숙한 합성 자료에만 잘 맞는 것은 아닌가요?</a:t>
            </a:r>
          </a:p>
          <a:p xmlns:a="http://schemas.openxmlformats.org/drawingml/2006/main">
            <a:r>
              <a:t>답변: 현재 합성 자료 중심 검증이라는 한계가 있습니다. 개선에 쓰지 않은 문서 양식·제품을 분리해 평가해야 합니다.</a:t>
            </a:r>
          </a:p>
          <a:p xmlns:a="http://schemas.openxmlformats.org/drawingml/2006/main">
            <a:r>
              <a:t>보충: 추가 평가 설계에서 양식·제품 단위로 학습이나 개발에 사용한 사례와 평가 사례를 분리하는 안입니다. 같은 샘플의 숫자만 바꾼 사례로 일반화 성능을 주장하지 않습니다.</a:t>
            </a:r>
          </a:p>
          <a:p xmlns:a="http://schemas.openxmlformats.org/drawingml/2006/main">
            <a:r>
              <a:t/>
            </a:r>
          </a:p>
          <a:p xmlns:a="http://schemas.openxmlformats.org/drawingml/2006/main">
            <a:r>
              <a:t>Q4 보류를 늘리면 정확도가 높아 보이지 않나요?</a:t>
            </a:r>
          </a:p>
          <a:p xmlns:a="http://schemas.openxmlformats.org/drawingml/2006/main">
            <a:r>
              <a:t>답변: 추가 평가안: 전체 입력 대비 확정·잘못된 약품 연결·보류를 함께 보고합니다. 확정한 사례의 정확도만 제시하지 않습니다.</a:t>
            </a:r>
          </a:p>
          <a:p xmlns:a="http://schemas.openxmlformats.org/drawingml/2006/main">
            <a:r>
              <a:t>보충: 전체 입력 수를 분모로 한 처리 범위와 보류 비율, 확정한 결과 중 오류, 보류가 적절했는지를 별도로 살펴보는 안입니다. 현재 이 지표의 측정값은 없습니다.</a:t>
            </a:r>
          </a:p>
          <a:p xmlns:a="http://schemas.openxmlformats.org/drawingml/2006/main">
            <a:r>
              <a:t/>
            </a:r>
          </a:p>
          <a:p xmlns:a="http://schemas.openxmlformats.org/drawingml/2006/main">
            <a:r>
              <a:t>근거 범위: 프로젝트 기획서와 사용자 제공 구현·검증 보고. 추가 평가·운영 설계 제안은 실제 구현이나 시험 완료로 표현하지 않습니다. 발표 본문에 이미 있는 목적·역할·기본 흐름·연동 범위·한계는 이 질문 목록에서 반복하지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받은 뒤 답변]</a:t>
            </a:r>
          </a:p>
          <a:p xmlns:a="http://schemas.openxmlformats.org/drawingml/2006/main">
            <a:r>
              <a:t>첫 답은 화면의 두 줄로 짧게 설명하고, 추가 질문이 있을 때 아래 내용을 보충합니다.</a:t>
            </a:r>
          </a:p>
          <a:p xmlns:a="http://schemas.openxmlformats.org/drawingml/2006/main">
            <a:r>
              <a:t/>
            </a:r>
          </a:p>
          <a:p xmlns:a="http://schemas.openxmlformats.org/drawingml/2006/main">
            <a:r>
              <a:t>Q5 성분은 같은데 제조사·제품명이 바뀌면요?</a:t>
            </a:r>
          </a:p>
          <a:p xmlns:a="http://schemas.openxmlformats.org/drawingml/2006/main">
            <a:r>
              <a:t>답변: 추가 검증 대상입니다. 성분 일치와 제품 일치를 구분하고, 제품 식별자·제형·함량을 함께 대조할 필요가 있습니다.</a:t>
            </a:r>
          </a:p>
          <a:p xmlns:a="http://schemas.openxmlformats.org/drawingml/2006/main">
            <a:r>
              <a:t>보충: 현재 단일 합성 제품 실조회 성공만으로 대체 제품 전반의 판정을 보장하지 않습니다. 성분이 같다는 사실만으로 임상적 대체 가능성을 판단하는 서비스로 설명하지 않습니다.</a:t>
            </a:r>
          </a:p>
          <a:p xmlns:a="http://schemas.openxmlformats.org/drawingml/2006/main">
            <a:r>
              <a:t/>
            </a:r>
          </a:p>
          <a:p xmlns:a="http://schemas.openxmlformats.org/drawingml/2006/main">
            <a:r>
              <a:t>Q6 액상·주사제처럼 단위가 다르면요?</a:t>
            </a:r>
          </a:p>
          <a:p xmlns:a="http://schemas.openxmlformats.org/drawingml/2006/main">
            <a:r>
              <a:t>답변: 해당 제형과 단위 변환의 전체 범위는 아직 검증하지 않았습니다. 농도·투여량 기준이 확인되지 않으면 자동 환산을 확정하지 않아야 합니다.</a:t>
            </a:r>
          </a:p>
          <a:p xmlns:a="http://schemas.openxmlformats.org/drawingml/2006/main">
            <a:r>
              <a:t>보충: mg와 mL 등 서로 다른 의미의 항목를 단순 문자열 치환으로 같게 만드는 것은 피해야 한다는 설계 검토입니다. 현재 모든 제형의 환산 기능을 구현·검증했다는 뜻이 아닙니다.</a:t>
            </a:r>
          </a:p>
          <a:p xmlns:a="http://schemas.openxmlformats.org/drawingml/2006/main">
            <a:r>
              <a:t/>
            </a:r>
          </a:p>
          <a:p xmlns:a="http://schemas.openxmlformats.org/drawingml/2006/main">
            <a:r>
              <a:t>근거 범위: 프로젝트 기획서와 사용자 제공 구현·검증 보고. 추가 평가·운영 설계 제안은 실제 구현이나 시험 완료로 표현하지 않습니다. 발표 본문에 이미 있는 목적·역할·기본 흐름·연동 범위·한계는 이 질문 목록에서 반복하지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받은 뒤 답변]</a:t>
            </a:r>
          </a:p>
          <a:p xmlns:a="http://schemas.openxmlformats.org/drawingml/2006/main">
            <a:r>
              <a:t>첫 답은 화면의 두 줄로 짧게 설명하고, 추가 질문이 있을 때 아래 내용을 보충합니다.</a:t>
            </a:r>
          </a:p>
          <a:p xmlns:a="http://schemas.openxmlformats.org/drawingml/2006/main">
            <a:r>
              <a:t/>
            </a:r>
          </a:p>
          <a:p xmlns:a="http://schemas.openxmlformats.org/drawingml/2006/main">
            <a:r>
              <a:t>Q7 반 알·필요시·격일 복용도 비교할 수 있나요?</a:t>
            </a:r>
          </a:p>
          <a:p xmlns:a="http://schemas.openxmlformats.org/drawingml/2006/main">
            <a:r>
              <a:t>답변: 이런 복용법은 별도 규칙과 사례 검증이 필요합니다. 현재 확인한 정형 사례를 모든 복용법으로 일반화하지 않습니다.</a:t>
            </a:r>
          </a:p>
          <a:p xmlns:a="http://schemas.openxmlformats.org/drawingml/2006/main">
            <a:r>
              <a:t>보충: 필요시 복용을 하루 고정 횟수로 바꾸거나 격일 복용을 매일 복용으로 가정하지 않도록 표현 규칙을 검토해야 합니다. 특수 복용법 전체 지원은 현재 확인된 범위가 아닙니다.</a:t>
            </a:r>
          </a:p>
          <a:p xmlns:a="http://schemas.openxmlformats.org/drawingml/2006/main">
            <a:r>
              <a:t/>
            </a:r>
          </a:p>
          <a:p xmlns:a="http://schemas.openxmlformats.org/drawingml/2006/main">
            <a:r>
              <a:t>Q8 복합제에서 한 성분의 함량만 달라지면요?</a:t>
            </a:r>
          </a:p>
          <a:p xmlns:a="http://schemas.openxmlformats.org/drawingml/2006/main">
            <a:r>
              <a:t>답변: 추가 검증안: 성분별 함량 쌍을 대조하는 사례를 구성합니다. 대표 성분 하나가 같다는 이유로 전체 동일을 확정하지 않습니다.</a:t>
            </a:r>
          </a:p>
          <a:p xmlns:a="http://schemas.openxmlformats.org/drawingml/2006/main">
            <a:r>
              <a:t>보충: 성분 수·각 성분의 식별과 함량·단위가 함께 맞는지 평가할 필요가 있습니다. 복합제 실조회와 비교 전반의 성공은 아직 확인되지 않았다고 답합니다.</a:t>
            </a:r>
          </a:p>
          <a:p xmlns:a="http://schemas.openxmlformats.org/drawingml/2006/main">
            <a:r>
              <a:t/>
            </a:r>
          </a:p>
          <a:p xmlns:a="http://schemas.openxmlformats.org/drawingml/2006/main">
            <a:r>
              <a:t>근거 범위: 프로젝트 기획서와 사용자 제공 구현·검증 보고. 추가 평가·운영 설계 제안은 실제 구현이나 시험 완료로 표현하지 않습니다. 발표 본문에 이미 있는 목적·역할·기본 흐름·연동 범위·한계는 이 질문 목록에서 반복하지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받은 뒤 답변]</a:t>
            </a:r>
          </a:p>
          <a:p xmlns:a="http://schemas.openxmlformats.org/drawingml/2006/main">
            <a:r>
              <a:t>첫 답은 화면의 두 줄로 짧게 설명하고, 추가 질문이 있을 때 아래 내용을 보충합니다.</a:t>
            </a:r>
          </a:p>
          <a:p xmlns:a="http://schemas.openxmlformats.org/drawingml/2006/main">
            <a:r>
              <a:t/>
            </a:r>
          </a:p>
          <a:p xmlns:a="http://schemas.openxmlformats.org/drawingml/2006/main">
            <a:r>
              <a:t>Q9 같은 약이 문서에 두 번 나오면 중복인가요?</a:t>
            </a:r>
          </a:p>
          <a:p xmlns:a="http://schemas.openxmlformats.org/drawingml/2006/main">
            <a:r>
              <a:t>답변: 설계 검토안: 조제일·출처·행 위치를 확인해 구분합니다. 같은 제품명만으로 중복 삭제나 투약량 합산을 확정하지 않습니다.</a:t>
            </a:r>
          </a:p>
          <a:p xmlns:a="http://schemas.openxmlformats.org/drawingml/2006/main">
            <a:r>
              <a:t>보충: 반복 조제 기록과 같은 파일의 중복 등록은 다른 문제입니다. 중복 판정과 사용자 확인 기준을 추가 검토해야 하며, 자동 중복 처리 전반을 구현 완료했다고 주장하지 않습니다.</a:t>
            </a:r>
          </a:p>
          <a:p xmlns:a="http://schemas.openxmlformats.org/drawingml/2006/main">
            <a:r>
              <a:t/>
            </a:r>
          </a:p>
          <a:p xmlns:a="http://schemas.openxmlformats.org/drawingml/2006/main">
            <a:r>
              <a:t>Q10 사진과 파일의 기록이 서로 다르면 무엇을 믿나요?</a:t>
            </a:r>
          </a:p>
          <a:p xmlns:a="http://schemas.openxmlformats.org/drawingml/2006/main">
            <a:r>
              <a:t>답변: 설계 검토안: 자료별 날짜와 출처, 충돌한 값을 함께 보여 줍니다. 어느 한 자료를 자동 우선하는 정책은 별도 검증이 필요합니다.</a:t>
            </a:r>
          </a:p>
          <a:p xmlns:a="http://schemas.openxmlformats.org/drawingml/2006/main">
            <a:r>
              <a:t>보충: 업로드 시각이 최신이라고 조제 정보도 최신이라는 보장은 없습니다. 기준일과 자료의 의미를 확인하고 충돌을 숨기지 않는 방향으로 검토하는 답변입니다.</a:t>
            </a:r>
          </a:p>
          <a:p xmlns:a="http://schemas.openxmlformats.org/drawingml/2006/main">
            <a:r>
              <a:t/>
            </a:r>
          </a:p>
          <a:p xmlns:a="http://schemas.openxmlformats.org/drawingml/2006/main">
            <a:r>
              <a:t>근거 범위: 프로젝트 기획서와 사용자 제공 구현·검증 보고. 추가 평가·운영 설계 제안은 실제 구현이나 시험 완료로 표현하지 않습니다. 발표 본문에 이미 있는 목적·역할·기본 흐름·연동 범위·한계는 이 질문 목록에서 반복하지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받은 뒤 답변]</a:t>
            </a:r>
          </a:p>
          <a:p xmlns:a="http://schemas.openxmlformats.org/drawingml/2006/main">
            <a:r>
              <a:t>첫 답은 화면의 두 줄로 짧게 설명하고, 추가 질문이 있을 때 아래 내용을 보충합니다.</a:t>
            </a:r>
          </a:p>
          <a:p xmlns:a="http://schemas.openxmlformats.org/drawingml/2006/main">
            <a:r>
              <a:t/>
            </a:r>
          </a:p>
          <a:p xmlns:a="http://schemas.openxmlformats.org/drawingml/2006/main">
            <a:r>
              <a:t>Q11 추출값을 고치면 기존 저장 결과도 바뀌나요?</a:t>
            </a:r>
          </a:p>
          <a:p xmlns:a="http://schemas.openxmlformats.org/drawingml/2006/main">
            <a:r>
              <a:t>답변: 기존 화면 검증에서는 내용 수정 시 비교·복용 선택을 초기화하고, 저장 기록은 유지했습니다. 상세 버전 이력은 추가 점검 대상입니다.</a:t>
            </a:r>
          </a:p>
          <a:p xmlns:a="http://schemas.openxmlformats.org/drawingml/2006/main">
            <a:r>
              <a:t>보충: 사용자 제공 영상 화면 안내와 UI 개선 보고를 근거로 합니다. 수정 중인 초안과 과거 저장 결과를 혼동하지 않아야 합니다. 모든 수정 이력의 영구 보존이나 버전 관리가 완성됐다고 설명하지 않습니다.</a:t>
            </a:r>
          </a:p>
          <a:p xmlns:a="http://schemas.openxmlformats.org/drawingml/2006/main">
            <a:r>
              <a:t/>
            </a:r>
          </a:p>
          <a:p xmlns:a="http://schemas.openxmlformats.org/drawingml/2006/main">
            <a:r>
              <a:t>Q12 가족 두 명이 같은 기록을 동시에 고치면요?</a:t>
            </a:r>
          </a:p>
          <a:p xmlns:a="http://schemas.openxmlformats.org/drawingml/2006/main">
            <a:r>
              <a:t>답변: 운영 설계안: 저장 버전이 달라졌는지 확인하고 충돌을 알립니다. 이 동시 편집 정책의 구현·검증 완료는 확인되지 않았습니다.</a:t>
            </a:r>
          </a:p>
          <a:p xmlns:a="http://schemas.openxmlformats.org/drawingml/2006/main">
            <a:r>
              <a:t>보충: 마지막 저장이 앞선 변경을 덮어쓰지 않도록 버전 값 기반 충돌 감지 등을 검토할 수 있습니다. 계정·가족 권한 검사와 동시 편집 충돌 처리는 서로 다른 검증 항목입니다.</a:t>
            </a:r>
          </a:p>
          <a:p xmlns:a="http://schemas.openxmlformats.org/drawingml/2006/main">
            <a:r>
              <a:t/>
            </a:r>
          </a:p>
          <a:p xmlns:a="http://schemas.openxmlformats.org/drawingml/2006/main">
            <a:r>
              <a:t>근거 범위: 프로젝트 기획서와 사용자 제공 구현·검증 보고. 추가 평가·운영 설계 제안은 실제 구현이나 시험 완료로 표현하지 않습니다. 발표 본문에 이미 있는 목적·역할·기본 흐름·연동 범위·한계는 이 질문 목록에서 반복하지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받은 뒤 답변]</a:t>
            </a:r>
          </a:p>
          <a:p xmlns:a="http://schemas.openxmlformats.org/drawingml/2006/main">
            <a:r>
              <a:t>첫 답은 화면의 두 줄로 짧게 설명하고, 추가 질문이 있을 때 아래 내용을 보충합니다.</a:t>
            </a:r>
          </a:p>
          <a:p xmlns:a="http://schemas.openxmlformats.org/drawingml/2006/main">
            <a:r>
              <a:t/>
            </a:r>
          </a:p>
          <a:p xmlns:a="http://schemas.openxmlformats.org/drawingml/2006/main">
            <a:r>
              <a:t>Q13 Gemini 모델이 바뀌면 결과를 재현할 수 있나요?</a:t>
            </a:r>
          </a:p>
          <a:p xmlns:a="http://schemas.openxmlformats.org/drawingml/2006/main">
            <a:r>
              <a:t>답변: 추가 평가안: 모델·설정·입력 자료를 고정해 기준 결과를 남깁니다. 모델 변경 때 같은 평가셋으로 추출값 차이를 다시 확인합니다.</a:t>
            </a:r>
          </a:p>
          <a:p xmlns:a="http://schemas.openxmlformats.org/drawingml/2006/main">
            <a:r>
              <a:t>보충: 모델이 바뀌어도 결과가 항상 동일하다고 보장하지 않습니다. 현재 저장되는 모델·설정 정보의 범위를 확인하고 재현에 필요한 항목을 보완해야 한다는 제안입니다.</a:t>
            </a:r>
          </a:p>
          <a:p xmlns:a="http://schemas.openxmlformats.org/drawingml/2006/main">
            <a:r>
              <a:t/>
            </a:r>
          </a:p>
          <a:p xmlns:a="http://schemas.openxmlformats.org/drawingml/2006/main">
            <a:r>
              <a:t>Q14 저장 버튼을 눌렀는데 응답이 끊기면요?</a:t>
            </a:r>
          </a:p>
          <a:p xmlns:a="http://schemas.openxmlformats.org/drawingml/2006/main">
            <a:r>
              <a:t>답변: 기존 UI 개선에서는 불명확한 저장을 바로 재전송하지 않고, 조회로 저장 여부를 확인하도록 구분했습니다.</a:t>
            </a:r>
          </a:p>
          <a:p xmlns:a="http://schemas.openxmlformats.org/drawingml/2006/main">
            <a:r>
              <a:t>보충: 사용자 제공 ddabaa6 UI 개선 보고의 동작입니다. 화면상 응답 실패와 DB 저장 실패는 같지 않을 수 있습니다. 모든 저장 요청의 서버 중복 방지 보장을 새로 입증한 것은 아닙니다.</a:t>
            </a:r>
          </a:p>
          <a:p xmlns:a="http://schemas.openxmlformats.org/drawingml/2006/main">
            <a:r>
              <a:t/>
            </a:r>
          </a:p>
          <a:p xmlns:a="http://schemas.openxmlformats.org/drawingml/2006/main">
            <a:r>
              <a:t>근거 범위: 프로젝트 기획서와 사용자 제공 구현·검증 보고. 추가 평가·운영 설계 제안은 실제 구현이나 시험 완료로 표현하지 않습니다. 발표 본문에 이미 있는 목적·역할·기본 흐름·연동 범위·한계는 이 질문 목록에서 반복하지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받은 뒤 답변]</a:t>
            </a:r>
          </a:p>
          <a:p xmlns:a="http://schemas.openxmlformats.org/drawingml/2006/main">
            <a:r>
              <a:t>첫 답은 화면의 두 줄로 짧게 설명하고, 추가 질문이 있을 때 아래 내용을 보충합니다.</a:t>
            </a:r>
          </a:p>
          <a:p xmlns:a="http://schemas.openxmlformats.org/drawingml/2006/main">
            <a:r>
              <a:t/>
            </a:r>
          </a:p>
          <a:p xmlns:a="http://schemas.openxmlformats.org/drawingml/2006/main">
            <a:r>
              <a:t>Q15 서버를 재시작하면 Gemini 호출 한도가 초기화되나요?</a:t>
            </a:r>
          </a:p>
          <a:p xmlns:a="http://schemas.openxmlformats.org/drawingml/2006/main">
            <a:r>
              <a:t>답변: 제한된 합성 검증 경로는 PostgreSQL에 이미 사용한 호출 기록을 기록했습니다. 재시작 후 재호출 차단을 검사했으며, 이 보호의 적용 범위는 제한적입니다.</a:t>
            </a:r>
          </a:p>
          <a:p xmlns:a="http://schemas.openxmlformats.org/drawingml/2006/main">
            <a:r>
              <a:t>보충: 5692120 구현·검증 보고 기준입니다. 지정 관리자·동의·지정 PNG에 한정한 이전·현재 각 1회, 총 2회 경로입니다. 과거 프로세스 단위 한도와 구분하며 일반 운영 API 전체의 한도 보장으로 확대하지 않습니다.</a:t>
            </a:r>
          </a:p>
          <a:p xmlns:a="http://schemas.openxmlformats.org/drawingml/2006/main">
            <a:r>
              <a:t/>
            </a:r>
          </a:p>
          <a:p xmlns:a="http://schemas.openxmlformats.org/drawingml/2006/main">
            <a:r>
              <a:t>Q16 요청의 가족 ID만 바꾸면 다른 기록을 볼 수 있나요?</a:t>
            </a:r>
          </a:p>
          <a:p xmlns:a="http://schemas.openxmlformats.org/drawingml/2006/main">
            <a:r>
              <a:t>답변: 기존 검사에서 계정·가족 권한과 타인 접근 차단을 확인했습니다. 운영 인증 체계에서도 같은 경계를 다시 검증해야 합니다.</a:t>
            </a:r>
          </a:p>
          <a:p xmlns:a="http://schemas.openxmlformats.org/drawingml/2006/main">
            <a:r>
              <a:t>보충: 사용자 제공 백엔드·브라우저 권한 검사 보고를 근거로 합니다. 화면에서 가족 선택을 숨기는 것만으로 접근을 제한하는 방식으로 설명하지 않습니다. 개발용 인증 검증이 운영 보안 인증을 대신하지는 않습니다.</a:t>
            </a:r>
          </a:p>
          <a:p xmlns:a="http://schemas.openxmlformats.org/drawingml/2006/main">
            <a:r>
              <a:t/>
            </a:r>
          </a:p>
          <a:p xmlns:a="http://schemas.openxmlformats.org/drawingml/2006/main">
            <a:r>
              <a:t>근거 범위: 프로젝트 기획서와 사용자 제공 구현·검증 보고. 추가 평가·운영 설계 제안은 실제 구현이나 시험 완료로 표현하지 않습니다. 발표 본문에 이미 있는 목적·역할·기본 흐름·연동 범위·한계는 이 질문 목록에서 반복하지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받은 뒤 답변]</a:t>
            </a:r>
          </a:p>
          <a:p xmlns:a="http://schemas.openxmlformats.org/drawingml/2006/main">
            <a:r>
              <a:t>첫 답은 화면의 두 줄로 짧게 설명하고, 추가 질문이 있을 때 아래 내용을 보충합니다.</a:t>
            </a:r>
          </a:p>
          <a:p xmlns:a="http://schemas.openxmlformats.org/drawingml/2006/main">
            <a:r>
              <a:t/>
            </a:r>
          </a:p>
          <a:p xmlns:a="http://schemas.openxmlformats.org/drawingml/2006/main">
            <a:r>
              <a:t>Q17 사진 속 문구가 AI에 다른 명령을 내리면요?</a:t>
            </a:r>
          </a:p>
          <a:p xmlns:a="http://schemas.openxmlformats.org/drawingml/2006/main">
            <a:r>
              <a:t>답변: 추가 보안 검증 대상입니다. 사진 문구를 자료로만 취급하고, 추출 형식 밖의 값과 행동 요청을 검증·차단하는 시험이 필요합니다.</a:t>
            </a:r>
          </a:p>
          <a:p xmlns:a="http://schemas.openxmlformats.org/drawingml/2006/main">
            <a:r>
              <a:t>보충: 이미지 내 악성 지시나 사진 속 악성 명령(프롬프트 주입)에 대한 체계적인 적대 시험 완료는 확인되지 않았습니다. AI 출력으로 코드 실행이나 외부 행동을 결정하지 않도록 경계를 점검하는 설계 제안입니다.</a:t>
            </a:r>
          </a:p>
          <a:p xmlns:a="http://schemas.openxmlformats.org/drawingml/2006/main">
            <a:r>
              <a:t/>
            </a:r>
          </a:p>
          <a:p xmlns:a="http://schemas.openxmlformats.org/drawingml/2006/main">
            <a:r>
              <a:t>Q18 앱에서 삭제하면 백업과 외부 전송본도 지워지나요?</a:t>
            </a:r>
          </a:p>
          <a:p xmlns:a="http://schemas.openxmlformats.org/drawingml/2006/main">
            <a:r>
              <a:t>답변: 현재 삭제 기능 검증과 전체 보존 정책은 구분해야 합니다. 백업·로그·외부 처리 서비스별 보관·삭제 범위를 추가 확인해야 합니다.</a:t>
            </a:r>
          </a:p>
          <a:p xmlns:a="http://schemas.openxmlformats.org/drawingml/2006/main">
            <a:r>
              <a:t>보충: 앱의 연결 기록 삭제 보고를 외부 AI 서비스의 모든 사본 삭제로 확대하지 않습니다. 실제 자료 운영 전 데이터 위치와 보존·삭제 책임을 정리해야 한다는 답변이며 법적 적합성 확보를 주장하지 않습니다.</a:t>
            </a:r>
          </a:p>
          <a:p xmlns:a="http://schemas.openxmlformats.org/drawingml/2006/main">
            <a:r>
              <a:t/>
            </a:r>
          </a:p>
          <a:p xmlns:a="http://schemas.openxmlformats.org/drawingml/2006/main">
            <a:r>
              <a:t>근거 범위: 프로젝트 기획서와 사용자 제공 구현·검증 보고. 추가 평가·운영 설계 제안은 실제 구현이나 시험 완료로 표현하지 않습니다. 발표 본문에 이미 있는 목적·역할·기본 흐름·연동 범위·한계는 이 질문 목록에서 반복하지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받은 뒤 답변]</a:t>
            </a:r>
          </a:p>
          <a:p xmlns:a="http://schemas.openxmlformats.org/drawingml/2006/main">
            <a:r>
              <a:t>첫 답은 화면의 두 줄로 짧게 설명하고, 추가 질문이 있을 때 아래 내용을 보충합니다.</a:t>
            </a:r>
          </a:p>
          <a:p xmlns:a="http://schemas.openxmlformats.org/drawingml/2006/main">
            <a:r>
              <a:t/>
            </a:r>
          </a:p>
          <a:p xmlns:a="http://schemas.openxmlformats.org/drawingml/2006/main">
            <a:r>
              <a:t>Q19 사용자가 늘면 처리 시간과 비용은 얼마나 들까요?</a:t>
            </a:r>
          </a:p>
          <a:p xmlns:a="http://schemas.openxmlformats.org/drawingml/2006/main">
            <a:r>
              <a:t>답변: 현재 부하별 지연 시간·실사용 비용을 측정한 값은 없습니다. 호출 횟수·이미지 조건·처리 시간을 수집한 뒤 규모별로 산정해야 합니다.</a:t>
            </a:r>
          </a:p>
          <a:p xmlns:a="http://schemas.openxmlformats.org/drawingml/2006/main">
            <a:r>
              <a:t>보충: 시연 속도나 대기 단축 편집을 서비스 성능 수치로 사용하지 않습니다. 실제 요금·처리량을 조사한 견적이 아니며, 부하 시험과 호출량 관측이 후속 과제입니다.</a:t>
            </a:r>
          </a:p>
          <a:p xmlns:a="http://schemas.openxmlformats.org/drawingml/2006/main">
            <a:r>
              <a:t/>
            </a:r>
          </a:p>
          <a:p xmlns:a="http://schemas.openxmlformats.org/drawingml/2006/main">
            <a:r>
              <a:t>Q20 개발 중 실제로 발생한 문제는 어떻게 해결했나요?</a:t>
            </a:r>
          </a:p>
          <a:p xmlns:a="http://schemas.openxmlformats.org/drawingml/2006/main">
            <a:r>
              <a:t>답변: 저장 목록 새로고침 때 미저장 HIRA 결과가 사라지는 문제를 재현해, 현재 결과 유지와 DB 초안 복구 경로를 추가했습니다.</a:t>
            </a:r>
          </a:p>
          <a:p xmlns:a="http://schemas.openxmlformats.org/drawingml/2006/main">
            <a:r>
              <a:t>보충: 595e77f 구현·검증 보고를 근거로 합니다. 복구→저장→재조회는 추가 식약처 호출 없이 확인했다고 보고됐습니다. 이 사례는 정상 흐름뿐 아니라 결과 유실·복구 경로를 개선한 경험으로 설명할 수 있습니다.</a:t>
            </a:r>
          </a:p>
          <a:p xmlns:a="http://schemas.openxmlformats.org/drawingml/2006/main">
            <a:r>
              <a:t/>
            </a:r>
          </a:p>
          <a:p xmlns:a="http://schemas.openxmlformats.org/drawingml/2006/main">
            <a:r>
              <a:t>근거 범위: 프로젝트 기획서와 사용자 제공 구현·검증 보고. 추가 평가·운영 설계 제안은 실제 구현이나 시험 완료로 표현하지 않습니다. 발표 본문에 이미 있는 목적·역할·기본 흐름·연동 범위·한계는 이 질문 목록에서 반복하지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기존 서비스의 공식 소개를 근거로 비교했습니다.</a:t>
            </a:r>
          </a:p>
          <a:p xmlns:a="http://schemas.openxmlformats.org/drawingml/2006/main">
            <a:r>
              <a:t>설명: 경쟁 서비스를 직접 전수 검사한 결과가 아닙니다. 소개에서 확인한 기능만 요약했으며, 약이음의 시장 유일성이나 우수성을 입증하지 않았습니다. 2026-10-31 확인.</a:t>
            </a:r>
          </a:p>
          <a:p xmlns:a="http://schemas.openxmlformats.org/drawingml/2006/main">
            <a:r>
              <a:t/>
            </a:r>
          </a:p>
          <a:p xmlns:a="http://schemas.openxmlformats.org/drawingml/2006/main">
            <a:r>
              <a:t>[1] 건강보험심사평가원, 내가 먹는 약! 한눈에: https://www.hira.or.kr/rb/dur/form.do?pgmid=HIRAA050300000100</a:t>
            </a:r>
          </a:p>
          <a:p xmlns:a="http://schemas.openxmlformats.org/drawingml/2006/main">
            <a:r>
              <a:t>[2] 한국보건의료정보원, 나의건강기록: https://www.khis.kr/board.es?act=view&amp;bid=0038&amp;list_no=1603&amp;mid=a10315000000&amp;tag= 및 https://www.khis.kr/board.es?act=view&amp;bid=0038&amp;list_no=1555&amp;mid=a10315000000&amp;tag=</a:t>
            </a:r>
          </a:p>
          <a:p xmlns:a="http://schemas.openxmlformats.org/drawingml/2006/main">
            <a:r>
              <a:t>[3] Pillyze Inc. App Store 개발사 제공 소개: https://apps.apple.com/kr/app/id1595472563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2766962f594f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037539260c47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bbbba15df74d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d725d55c5746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77af66f1a24d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6134dc81b841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513780-69DB-4D6E-A2C1-EDD20DC312E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F7FA68-6F9A-47EA-AE32-63133ABECF3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4FC01C-5F1F-45E5-A0C8-C5DF49952E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8ED016-E6C6-4136-B4E5-D0D8EEC3D2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A66F1B-94F4-4D47-873E-D9ABA28C26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4FC77E-A720-497C-8A66-39CC460149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65EE65-2F5F-4D18-9DD4-C269ECF52C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13636C-8916-4A74-AABE-DBC99D8A711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B53A51-11AC-43D7-97A5-0AA51141A7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C5F348-9FA8-49BB-9ED5-CDA480B085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13ff487f7d4e27" /><Relationship Type="http://schemas.openxmlformats.org/officeDocument/2006/relationships/slideLayout" Target="/ppt/slideLayouts/slideLayout1.xml" Id="Red4c14dec5e44ade" /><Relationship Type="http://schemas.openxmlformats.org/officeDocument/2006/relationships/slideLayout" Target="/ppt/slideLayouts/slideLayout2.xml" Id="R2fde508d498a4205" /><Relationship Type="http://schemas.openxmlformats.org/officeDocument/2006/relationships/slideLayout" Target="/ppt/slideLayouts/slideLayout3.xml" Id="Rd7e8ed58b7714e5b" /><Relationship Type="http://schemas.openxmlformats.org/officeDocument/2006/relationships/slideLayout" Target="/ppt/slideLayouts/slideLayout4.xml" Id="Rb8dc7f8ace7842af" /><Relationship Type="http://schemas.openxmlformats.org/officeDocument/2006/relationships/slideLayout" Target="/ppt/slideLayouts/slideLayout5.xml" Id="Rda60266b05cc473f" /><Relationship Type="http://schemas.openxmlformats.org/officeDocument/2006/relationships/slideLayout" Target="/ppt/slideLayouts/slideLayout6.xml" Id="R79859d663c7441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4c14dec5e44ade"/>
    <p:sldLayoutId xmlns:r="http://schemas.openxmlformats.org/officeDocument/2006/relationships" id="2147483650" r:id="R2fde508d498a4205"/>
    <p:sldLayoutId xmlns:r="http://schemas.openxmlformats.org/officeDocument/2006/relationships" id="2147483651" r:id="Rd7e8ed58b7714e5b"/>
    <p:sldLayoutId xmlns:r="http://schemas.openxmlformats.org/officeDocument/2006/relationships" id="2147483652" r:id="Rb8dc7f8ace7842af"/>
    <p:sldLayoutId xmlns:r="http://schemas.openxmlformats.org/officeDocument/2006/relationships" id="2147483653" r:id="Rda60266b05cc473f"/>
    <p:sldLayoutId xmlns:r="http://schemas.openxmlformats.org/officeDocument/2006/relationships" id="2147483654" r:id="R79859d663c7441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4c1c1ba65e417d" /><Relationship Type="http://schemas.openxmlformats.org/officeDocument/2006/relationships/notesSlide" Target="/ppt/notesSlides/notesSlide1.xml" Id="R5f6d1d0a5eab44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74b34a33d4457f" /><Relationship Type="http://schemas.openxmlformats.org/officeDocument/2006/relationships/notesSlide" Target="/ppt/notesSlides/notesSlide2.xml" Id="R4b1cfedccf2e4e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319330100448a1" /><Relationship Type="http://schemas.openxmlformats.org/officeDocument/2006/relationships/notesSlide" Target="/ppt/notesSlides/notesSlide3.xml" Id="Rd16e8e08712f44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46bacaaddc4ae1" /><Relationship Type="http://schemas.openxmlformats.org/officeDocument/2006/relationships/image" Target="/ppt/media/image.png" Id="R5fc6e1a91d874f71" /><Relationship Type="http://schemas.openxmlformats.org/officeDocument/2006/relationships/notesSlide" Target="/ppt/notesSlides/notesSlide4.xml" Id="Rceb7505cf6e142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55d645d8dc476e" /><Relationship Type="http://schemas.openxmlformats.org/officeDocument/2006/relationships/notesSlide" Target="/ppt/notesSlides/notesSlide5.xml" Id="R32e9ed2c7b7a45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e166845c0ae4b79" /><Relationship Type="http://schemas.openxmlformats.org/officeDocument/2006/relationships/notesSlide" Target="/ppt/notesSlides/notesSlide6.xml" Id="R702aba7fbbd945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403fb53c56a470e" /><Relationship Type="http://schemas.openxmlformats.org/officeDocument/2006/relationships/notesSlide" Target="/ppt/notesSlides/notesSlide7.xml" Id="R057dfc2e62fc46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af6a5826b954bdd" /><Relationship Type="http://schemas.openxmlformats.org/officeDocument/2006/relationships/notesSlide" Target="/ppt/notesSlides/notesSlide8.xml" Id="Rf96c225e68f34790" /></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3d23f5a172d14b76"/><Relationship Type="http://schemas.openxmlformats.org/officeDocument/2006/relationships/image" Target="/ppt/media/image2.png" Id="R6efc87ec1a0247ea"/><Relationship Type="http://schemas.openxmlformats.org/officeDocument/2006/relationships/notesSlide" Target="/ppt/notesSlides/notesSlide9.xml" Id="Rc3a61d5b53e34beb"/><Relationship Id="rIdVideoEmbedded" Type="http://schemas.openxmlformats.org/officeDocument/2006/relationships/video" Target="../media/yakeum-demo.mp4"/><Relationship Id="rIdMediaEmbedded" Type="http://schemas.microsoft.com/office/2007/relationships/media" Target="../media/yakeum-demo.mp4"/></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a7e3bb0b56a49fb" /><Relationship Type="http://schemas.openxmlformats.org/officeDocument/2006/relationships/notesSlide" Target="/ppt/notesSlides/notesSlide10.xml" Id="R743ed2a6fbe442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0c9ea4926df448f" /><Relationship Type="http://schemas.openxmlformats.org/officeDocument/2006/relationships/notesSlide" Target="/ppt/notesSlides/notesSlide11.xml" Id="R06ac7f643f9e4a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71cf67ceab74523" /><Relationship Type="http://schemas.openxmlformats.org/officeDocument/2006/relationships/notesSlide" Target="/ppt/notesSlides/notesSlide12.xml" Id="Re74375222d6c482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749c04e4f974b2b" /><Relationship Type="http://schemas.openxmlformats.org/officeDocument/2006/relationships/notesSlide" Target="/ppt/notesSlides/notesSlide13.xml" Id="R59c42b460d3f4f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52434d7bc914408" /><Relationship Type="http://schemas.openxmlformats.org/officeDocument/2006/relationships/image" Target="/ppt/media/image3.png" Id="Rce40e1993c254381" /><Relationship Type="http://schemas.openxmlformats.org/officeDocument/2006/relationships/notesSlide" Target="/ppt/notesSlides/notesSlide14.xml" Id="R3f9700fd513d4d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e391fe29add422e" /><Relationship Type="http://schemas.openxmlformats.org/officeDocument/2006/relationships/notesSlide" Target="/ppt/notesSlides/notesSlide15.xml" Id="R24ec58fc07214b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8fca1e9386a49c3" /><Relationship Type="http://schemas.openxmlformats.org/officeDocument/2006/relationships/notesSlide" Target="/ppt/notesSlides/notesSlide16.xml" Id="Rb00c99e6a6d04e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56816ace0094bf1" /><Relationship Type="http://schemas.openxmlformats.org/officeDocument/2006/relationships/notesSlide" Target="/ppt/notesSlides/notesSlide17.xml" Id="R323aab2dd07849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4156d6e796449dc" /><Relationship Type="http://schemas.openxmlformats.org/officeDocument/2006/relationships/notesSlide" Target="/ppt/notesSlides/notesSlide18.xml" Id="Rd0f4b9a5839f405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fa3adf7841245dc" /><Relationship Type="http://schemas.openxmlformats.org/officeDocument/2006/relationships/notesSlide" Target="/ppt/notesSlides/notesSlide19.xml" Id="Rc0d166e44f344ab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4aeb0f416224c90" /><Relationship Type="http://schemas.openxmlformats.org/officeDocument/2006/relationships/notesSlide" Target="/ppt/notesSlides/notesSlide20.xml" Id="R9ef525d6d9294d1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f7d7350599b4cfc" /><Relationship Type="http://schemas.openxmlformats.org/officeDocument/2006/relationships/notesSlide" Target="/ppt/notesSlides/notesSlide21.xml" Id="Rb9beea673d4e45d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945b26f35674cb4" /><Relationship Type="http://schemas.openxmlformats.org/officeDocument/2006/relationships/notesSlide" Target="/ppt/notesSlides/notesSlide22.xml" Id="R005b56dcab2d4b4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566535aa72f4d3f" /><Relationship Type="http://schemas.openxmlformats.org/officeDocument/2006/relationships/notesSlide" Target="/ppt/notesSlides/notesSlide23.xml" Id="Ra9a8efd5ffe1498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2b334db05424886" /><Relationship Type="http://schemas.openxmlformats.org/officeDocument/2006/relationships/notesSlide" Target="/ppt/notesSlides/notesSlide24.xml" Id="R3f66ea3bddf54e5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9dcaf274f474c85" /><Relationship Type="http://schemas.openxmlformats.org/officeDocument/2006/relationships/notesSlide" Target="/ppt/notesSlides/notesSlide25.xml" Id="Ref5929989bc944d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10f0626113249f3" /><Relationship Type="http://schemas.openxmlformats.org/officeDocument/2006/relationships/notesSlide" Target="/ppt/notesSlides/notesSlide26.xml" Id="Rd270e4010bf74c2b" /></Relationships>
</file>

<file path=ppt/slides/slide1.xml><?xml version="1.0" encoding="utf-8"?>
<p:sld xmlns:p="http://schemas.openxmlformats.org/presentationml/2006/main">
  <p:cSld>
    <p:bg>
      <p:bgPr>
        <a:solidFill xmlns:a="http://schemas.openxmlformats.org/drawingml/2006/main">
          <a:srgbClr val="173D36"/>
        </a:solidFill>
      </p:bgPr>
    </p:bg>
    <p:spTree>
      <p:nvGrpSpPr>
        <p:cNvPr id="1" name=""/>
        <p:cNvGrpSpPr/>
        <p:nvPr/>
      </p:nvGrpSpPr>
      <p:grpSpPr>
        <a:xfrm xmlns:a="http://schemas.openxmlformats.org/drawingml/2006/main"/>
      </p:grpSpPr>
      <p:sp>
        <p:nvSpPr>
          <p:cNvPr id="2" name="text-0">
            <a:extLst xmlns:a="http://schemas.openxmlformats.org/drawingml/2006/main">
              <a:ext uri="{FF2B5EF4-FFF2-40B4-BE49-F238E27FC236}">
                <a16:creationId xmlns:a16="http://schemas.microsoft.com/office/drawing/2014/main" id="{45446DDC-FD28-4BDF-A92C-F697FE505801}"/>
              </a:ext>
            </a:extLst>
          </p:cNvPr>
          <p:cNvSpPr>
            <a:spLocks xmlns:a="http://schemas.openxmlformats.org/drawingml/2006/main" noGrp="1"/>
          </p:cNvSpPr>
          <p:nvPr/>
        </p:nvSpPr>
        <p:spPr>
          <a:xfrm xmlns:a="http://schemas.openxmlformats.org/drawingml/2006/main">
            <a:off x="628650" y="59055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C5D9CE"/>
                </a:solidFill>
                <a:latin typeface="NanumGothic"/>
                <a:ea typeface="NanumGothic"/>
                <a:cs typeface="NanumGothic"/>
              </a:defRPr>
            </a:defPPr>
            <a:lvl1pPr>
              <a:defRPr sz="1875" b="0">
                <a:solidFill>
                  <a:srgbClr val="C5D9CE"/>
                </a:solidFill>
                <a:latin typeface="NanumGothic"/>
                <a:ea typeface="NanumGothic"/>
                <a:cs typeface="NanumGothic"/>
              </a:defRPr>
            </a:lvl1pPr>
            <a:lvl2pPr>
              <a:defRPr sz="1875" b="0">
                <a:solidFill>
                  <a:srgbClr val="C5D9CE"/>
                </a:solidFill>
                <a:latin typeface="NanumGothic"/>
                <a:ea typeface="NanumGothic"/>
                <a:cs typeface="NanumGothic"/>
              </a:defRPr>
            </a:lvl2pPr>
            <a:lvl3pPr>
              <a:defRPr sz="1875" b="0">
                <a:solidFill>
                  <a:srgbClr val="C5D9CE"/>
                </a:solidFill>
                <a:latin typeface="NanumGothic"/>
                <a:ea typeface="NanumGothic"/>
                <a:cs typeface="NanumGothic"/>
              </a:defRPr>
            </a:lvl3pPr>
            <a:lvl4pPr>
              <a:defRPr sz="1875" b="0">
                <a:solidFill>
                  <a:srgbClr val="C5D9CE"/>
                </a:solidFill>
                <a:latin typeface="NanumGothic"/>
                <a:ea typeface="NanumGothic"/>
                <a:cs typeface="NanumGothic"/>
              </a:defRPr>
            </a:lvl4pPr>
            <a:lvl5pPr>
              <a:defRPr sz="1875" b="0">
                <a:solidFill>
                  <a:srgbClr val="C5D9CE"/>
                </a:solidFill>
                <a:latin typeface="NanumGothic"/>
                <a:ea typeface="NanumGothic"/>
                <a:cs typeface="NanumGothic"/>
              </a:defRPr>
            </a:lvl5pPr>
            <a:lvl6pPr>
              <a:defRPr sz="1875" b="0">
                <a:solidFill>
                  <a:srgbClr val="C5D9CE"/>
                </a:solidFill>
                <a:latin typeface="NanumGothic"/>
                <a:ea typeface="NanumGothic"/>
                <a:cs typeface="NanumGothic"/>
              </a:defRPr>
            </a:lvl6pPr>
            <a:lvl7pPr>
              <a:defRPr sz="1875" b="0">
                <a:solidFill>
                  <a:srgbClr val="C5D9CE"/>
                </a:solidFill>
                <a:latin typeface="NanumGothic"/>
                <a:ea typeface="NanumGothic"/>
                <a:cs typeface="NanumGothic"/>
              </a:defRPr>
            </a:lvl7pPr>
            <a:lvl8pPr>
              <a:defRPr sz="1875" b="0">
                <a:solidFill>
                  <a:srgbClr val="C5D9CE"/>
                </a:solidFill>
                <a:latin typeface="NanumGothic"/>
                <a:ea typeface="NanumGothic"/>
                <a:cs typeface="NanumGothic"/>
              </a:defRPr>
            </a:lvl8pPr>
            <a:lvl9pPr>
              <a:defRPr sz="1875" b="0">
                <a:solidFill>
                  <a:srgbClr val="C5D9CE"/>
                </a:solidFill>
                <a:latin typeface="NanumGothic"/>
                <a:ea typeface="NanumGothic"/>
                <a:cs typeface="NanumGothic"/>
              </a:defRPr>
            </a:lvl9pPr>
          </a:lstStyle>
          <a:p xmlns:a="http://schemas.openxmlformats.org/drawingml/2006/main">
            <a:pPr>
              <a:defRPr sz="1875" b="0">
                <a:solidFill>
                  <a:srgbClr val="C5D9CE"/>
                </a:solidFill>
                <a:latin typeface="NanumGothic"/>
                <a:ea typeface="NanumGothic"/>
                <a:cs typeface="NanumGothic"/>
              </a:defRPr>
            </a:pPr>
            <a:r>
              <a:rPr sz="1875" b="0">
                <a:solidFill>
                  <a:srgbClr val="C5D9CE"/>
                </a:solidFill>
                <a:latin typeface="NanumGothic"/>
                <a:ea typeface="NanumGothic"/>
                <a:cs typeface="NanumGothic"/>
              </a:rPr>
              <a:t>신세계  New_World</a:t>
            </a:r>
          </a:p>
        </p:txBody>
      </p:sp>
      <p:sp>
        <p:nvSpPr>
          <p:cNvPr id="3" name="text-1">
            <a:extLst xmlns:a="http://schemas.openxmlformats.org/drawingml/2006/main">
              <a:ext uri="{FF2B5EF4-FFF2-40B4-BE49-F238E27FC236}">
                <a16:creationId xmlns:a16="http://schemas.microsoft.com/office/drawing/2014/main" id="{A5F5793B-4EEF-4BCF-AEDA-10BEDC98781D}"/>
              </a:ext>
            </a:extLst>
          </p:cNvPr>
          <p:cNvSpPr>
            <a:spLocks xmlns:a="http://schemas.openxmlformats.org/drawingml/2006/main" noGrp="1"/>
          </p:cNvSpPr>
          <p:nvPr/>
        </p:nvSpPr>
        <p:spPr>
          <a:xfrm xmlns:a="http://schemas.openxmlformats.org/drawingml/2006/main">
            <a:off x="628650" y="1714500"/>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6750" b="1">
                <a:solidFill>
                  <a:srgbClr val="FFFFFF"/>
                </a:solidFill>
                <a:latin typeface="NanumGothic"/>
                <a:ea typeface="NanumGothic"/>
                <a:cs typeface="NanumGothic"/>
              </a:defRPr>
            </a:defPPr>
            <a:lvl1pPr>
              <a:defRPr sz="6750" b="1">
                <a:solidFill>
                  <a:srgbClr val="FFFFFF"/>
                </a:solidFill>
                <a:latin typeface="NanumGothic"/>
                <a:ea typeface="NanumGothic"/>
                <a:cs typeface="NanumGothic"/>
              </a:defRPr>
            </a:lvl1pPr>
            <a:lvl2pPr>
              <a:defRPr sz="6750" b="1">
                <a:solidFill>
                  <a:srgbClr val="FFFFFF"/>
                </a:solidFill>
                <a:latin typeface="NanumGothic"/>
                <a:ea typeface="NanumGothic"/>
                <a:cs typeface="NanumGothic"/>
              </a:defRPr>
            </a:lvl2pPr>
            <a:lvl3pPr>
              <a:defRPr sz="6750" b="1">
                <a:solidFill>
                  <a:srgbClr val="FFFFFF"/>
                </a:solidFill>
                <a:latin typeface="NanumGothic"/>
                <a:ea typeface="NanumGothic"/>
                <a:cs typeface="NanumGothic"/>
              </a:defRPr>
            </a:lvl3pPr>
            <a:lvl4pPr>
              <a:defRPr sz="6750" b="1">
                <a:solidFill>
                  <a:srgbClr val="FFFFFF"/>
                </a:solidFill>
                <a:latin typeface="NanumGothic"/>
                <a:ea typeface="NanumGothic"/>
                <a:cs typeface="NanumGothic"/>
              </a:defRPr>
            </a:lvl4pPr>
            <a:lvl5pPr>
              <a:defRPr sz="6750" b="1">
                <a:solidFill>
                  <a:srgbClr val="FFFFFF"/>
                </a:solidFill>
                <a:latin typeface="NanumGothic"/>
                <a:ea typeface="NanumGothic"/>
                <a:cs typeface="NanumGothic"/>
              </a:defRPr>
            </a:lvl5pPr>
            <a:lvl6pPr>
              <a:defRPr sz="6750" b="1">
                <a:solidFill>
                  <a:srgbClr val="FFFFFF"/>
                </a:solidFill>
                <a:latin typeface="NanumGothic"/>
                <a:ea typeface="NanumGothic"/>
                <a:cs typeface="NanumGothic"/>
              </a:defRPr>
            </a:lvl6pPr>
            <a:lvl7pPr>
              <a:defRPr sz="6750" b="1">
                <a:solidFill>
                  <a:srgbClr val="FFFFFF"/>
                </a:solidFill>
                <a:latin typeface="NanumGothic"/>
                <a:ea typeface="NanumGothic"/>
                <a:cs typeface="NanumGothic"/>
              </a:defRPr>
            </a:lvl7pPr>
            <a:lvl8pPr>
              <a:defRPr sz="6750" b="1">
                <a:solidFill>
                  <a:srgbClr val="FFFFFF"/>
                </a:solidFill>
                <a:latin typeface="NanumGothic"/>
                <a:ea typeface="NanumGothic"/>
                <a:cs typeface="NanumGothic"/>
              </a:defRPr>
            </a:lvl8pPr>
            <a:lvl9pPr>
              <a:defRPr sz="6750" b="1">
                <a:solidFill>
                  <a:srgbClr val="FFFFFF"/>
                </a:solidFill>
                <a:latin typeface="NanumGothic"/>
                <a:ea typeface="NanumGothic"/>
                <a:cs typeface="NanumGothic"/>
              </a:defRPr>
            </a:lvl9pPr>
          </a:lstStyle>
          <a:p xmlns:a="http://schemas.openxmlformats.org/drawingml/2006/main">
            <a:pPr>
              <a:defRPr sz="6750" b="1">
                <a:solidFill>
                  <a:srgbClr val="FFFFFF"/>
                </a:solidFill>
                <a:latin typeface="NanumGothic"/>
                <a:ea typeface="NanumGothic"/>
                <a:cs typeface="NanumGothic"/>
              </a:defRPr>
            </a:pPr>
            <a:r>
              <a:rPr sz="6750" b="1">
                <a:solidFill>
                  <a:srgbClr val="FFFFFF"/>
                </a:solidFill>
                <a:latin typeface="NanumGothic"/>
                <a:ea typeface="NanumGothic"/>
                <a:cs typeface="NanumGothic"/>
              </a:rPr>
              <a:t>약이음</a:t>
            </a:r>
          </a:p>
        </p:txBody>
      </p:sp>
      <p:sp>
        <p:nvSpPr>
          <p:cNvPr id="4" name="text-2">
            <a:extLst xmlns:a="http://schemas.openxmlformats.org/drawingml/2006/main">
              <a:ext uri="{FF2B5EF4-FFF2-40B4-BE49-F238E27FC236}">
                <a16:creationId xmlns:a16="http://schemas.microsoft.com/office/drawing/2014/main" id="{B682050A-B552-4A82-BB6B-DFE536149CED}"/>
              </a:ext>
            </a:extLst>
          </p:cNvPr>
          <p:cNvSpPr>
            <a:spLocks xmlns:a="http://schemas.openxmlformats.org/drawingml/2006/main" noGrp="1"/>
          </p:cNvSpPr>
          <p:nvPr/>
        </p:nvSpPr>
        <p:spPr>
          <a:xfrm xmlns:a="http://schemas.openxmlformats.org/drawingml/2006/main">
            <a:off x="666750" y="3238500"/>
            <a:ext cx="1066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0">
                <a:solidFill>
                  <a:srgbClr val="FFFFFF"/>
                </a:solidFill>
                <a:latin typeface="NanumGothic"/>
                <a:ea typeface="NanumGothic"/>
                <a:cs typeface="NanumGothic"/>
              </a:defRPr>
            </a:defPPr>
            <a:lvl1pPr>
              <a:defRPr sz="3225" b="0">
                <a:solidFill>
                  <a:srgbClr val="FFFFFF"/>
                </a:solidFill>
                <a:latin typeface="NanumGothic"/>
                <a:ea typeface="NanumGothic"/>
                <a:cs typeface="NanumGothic"/>
              </a:defRPr>
            </a:lvl1pPr>
            <a:lvl2pPr>
              <a:defRPr sz="3225" b="0">
                <a:solidFill>
                  <a:srgbClr val="FFFFFF"/>
                </a:solidFill>
                <a:latin typeface="NanumGothic"/>
                <a:ea typeface="NanumGothic"/>
                <a:cs typeface="NanumGothic"/>
              </a:defRPr>
            </a:lvl2pPr>
            <a:lvl3pPr>
              <a:defRPr sz="3225" b="0">
                <a:solidFill>
                  <a:srgbClr val="FFFFFF"/>
                </a:solidFill>
                <a:latin typeface="NanumGothic"/>
                <a:ea typeface="NanumGothic"/>
                <a:cs typeface="NanumGothic"/>
              </a:defRPr>
            </a:lvl3pPr>
            <a:lvl4pPr>
              <a:defRPr sz="3225" b="0">
                <a:solidFill>
                  <a:srgbClr val="FFFFFF"/>
                </a:solidFill>
                <a:latin typeface="NanumGothic"/>
                <a:ea typeface="NanumGothic"/>
                <a:cs typeface="NanumGothic"/>
              </a:defRPr>
            </a:lvl4pPr>
            <a:lvl5pPr>
              <a:defRPr sz="3225" b="0">
                <a:solidFill>
                  <a:srgbClr val="FFFFFF"/>
                </a:solidFill>
                <a:latin typeface="NanumGothic"/>
                <a:ea typeface="NanumGothic"/>
                <a:cs typeface="NanumGothic"/>
              </a:defRPr>
            </a:lvl5pPr>
            <a:lvl6pPr>
              <a:defRPr sz="3225" b="0">
                <a:solidFill>
                  <a:srgbClr val="FFFFFF"/>
                </a:solidFill>
                <a:latin typeface="NanumGothic"/>
                <a:ea typeface="NanumGothic"/>
                <a:cs typeface="NanumGothic"/>
              </a:defRPr>
            </a:lvl6pPr>
            <a:lvl7pPr>
              <a:defRPr sz="3225" b="0">
                <a:solidFill>
                  <a:srgbClr val="FFFFFF"/>
                </a:solidFill>
                <a:latin typeface="NanumGothic"/>
                <a:ea typeface="NanumGothic"/>
                <a:cs typeface="NanumGothic"/>
              </a:defRPr>
            </a:lvl7pPr>
            <a:lvl8pPr>
              <a:defRPr sz="3225" b="0">
                <a:solidFill>
                  <a:srgbClr val="FFFFFF"/>
                </a:solidFill>
                <a:latin typeface="NanumGothic"/>
                <a:ea typeface="NanumGothic"/>
                <a:cs typeface="NanumGothic"/>
              </a:defRPr>
            </a:lvl8pPr>
            <a:lvl9pPr>
              <a:defRPr sz="3225" b="0">
                <a:solidFill>
                  <a:srgbClr val="FFFFFF"/>
                </a:solidFill>
                <a:latin typeface="NanumGothic"/>
                <a:ea typeface="NanumGothic"/>
                <a:cs typeface="NanumGothic"/>
              </a:defRPr>
            </a:lvl9pPr>
          </a:lstStyle>
          <a:p xmlns:a="http://schemas.openxmlformats.org/drawingml/2006/main">
            <a:pPr>
              <a:defRPr sz="3225" b="0">
                <a:solidFill>
                  <a:srgbClr val="FFFFFF"/>
                </a:solidFill>
                <a:latin typeface="NanumGothic"/>
                <a:ea typeface="NanumGothic"/>
                <a:cs typeface="NanumGothic"/>
              </a:defRPr>
            </a:pPr>
            <a:r>
              <a:rPr sz="3225" b="0">
                <a:solidFill>
                  <a:srgbClr val="FFFFFF"/>
                </a:solidFill>
                <a:latin typeface="NanumGothic"/>
                <a:ea typeface="NanumGothic"/>
                <a:cs typeface="NanumGothic"/>
              </a:rPr>
              <a:t>가족의 약 기록,</a:t>
            </a:r>
          </a:p>
          <a:p xmlns:a="http://schemas.openxmlformats.org/drawingml/2006/main">
            <a:pPr>
              <a:defRPr sz="3225" b="0">
                <a:solidFill>
                  <a:srgbClr val="FFFFFF"/>
                </a:solidFill>
                <a:latin typeface="NanumGothic"/>
                <a:ea typeface="NanumGothic"/>
                <a:cs typeface="NanumGothic"/>
              </a:defRPr>
            </a:pPr>
            <a:r>
              <a:rPr sz="3225" b="0">
                <a:solidFill>
                  <a:srgbClr val="FFFFFF"/>
                </a:solidFill>
                <a:latin typeface="NanumGothic"/>
                <a:ea typeface="NanumGothic"/>
                <a:cs typeface="NanumGothic"/>
              </a:rPr>
              <a:t>무엇이 달라졌는지 확인합니다</a:t>
            </a:r>
          </a:p>
        </p:txBody>
      </p:sp>
      <p:sp>
        <p:nvSpPr>
          <p:cNvPr id="5" name="text-3">
            <a:extLst xmlns:a="http://schemas.openxmlformats.org/drawingml/2006/main">
              <a:ext uri="{FF2B5EF4-FFF2-40B4-BE49-F238E27FC236}">
                <a16:creationId xmlns:a16="http://schemas.microsoft.com/office/drawing/2014/main" id="{0D8EB80F-6BBF-40F6-9996-11BE79B4FD81}"/>
              </a:ext>
            </a:extLst>
          </p:cNvPr>
          <p:cNvSpPr>
            <a:spLocks xmlns:a="http://schemas.openxmlformats.org/drawingml/2006/main" noGrp="1"/>
          </p:cNvSpPr>
          <p:nvPr/>
        </p:nvSpPr>
        <p:spPr>
          <a:xfrm xmlns:a="http://schemas.openxmlformats.org/drawingml/2006/main">
            <a:off x="666750" y="60007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650" b="0">
                <a:solidFill>
                  <a:srgbClr val="C5D9CE"/>
                </a:solidFill>
                <a:latin typeface="NanumGothic"/>
                <a:ea typeface="NanumGothic"/>
                <a:cs typeface="NanumGothic"/>
              </a:defRPr>
            </a:defPPr>
            <a:lvl1pPr>
              <a:defRPr sz="1650" b="0">
                <a:solidFill>
                  <a:srgbClr val="C5D9CE"/>
                </a:solidFill>
                <a:latin typeface="NanumGothic"/>
                <a:ea typeface="NanumGothic"/>
                <a:cs typeface="NanumGothic"/>
              </a:defRPr>
            </a:lvl1pPr>
            <a:lvl2pPr>
              <a:defRPr sz="1650" b="0">
                <a:solidFill>
                  <a:srgbClr val="C5D9CE"/>
                </a:solidFill>
                <a:latin typeface="NanumGothic"/>
                <a:ea typeface="NanumGothic"/>
                <a:cs typeface="NanumGothic"/>
              </a:defRPr>
            </a:lvl2pPr>
            <a:lvl3pPr>
              <a:defRPr sz="1650" b="0">
                <a:solidFill>
                  <a:srgbClr val="C5D9CE"/>
                </a:solidFill>
                <a:latin typeface="NanumGothic"/>
                <a:ea typeface="NanumGothic"/>
                <a:cs typeface="NanumGothic"/>
              </a:defRPr>
            </a:lvl3pPr>
            <a:lvl4pPr>
              <a:defRPr sz="1650" b="0">
                <a:solidFill>
                  <a:srgbClr val="C5D9CE"/>
                </a:solidFill>
                <a:latin typeface="NanumGothic"/>
                <a:ea typeface="NanumGothic"/>
                <a:cs typeface="NanumGothic"/>
              </a:defRPr>
            </a:lvl4pPr>
            <a:lvl5pPr>
              <a:defRPr sz="1650" b="0">
                <a:solidFill>
                  <a:srgbClr val="C5D9CE"/>
                </a:solidFill>
                <a:latin typeface="NanumGothic"/>
                <a:ea typeface="NanumGothic"/>
                <a:cs typeface="NanumGothic"/>
              </a:defRPr>
            </a:lvl5pPr>
            <a:lvl6pPr>
              <a:defRPr sz="1650" b="0">
                <a:solidFill>
                  <a:srgbClr val="C5D9CE"/>
                </a:solidFill>
                <a:latin typeface="NanumGothic"/>
                <a:ea typeface="NanumGothic"/>
                <a:cs typeface="NanumGothic"/>
              </a:defRPr>
            </a:lvl6pPr>
            <a:lvl7pPr>
              <a:defRPr sz="1650" b="0">
                <a:solidFill>
                  <a:srgbClr val="C5D9CE"/>
                </a:solidFill>
                <a:latin typeface="NanumGothic"/>
                <a:ea typeface="NanumGothic"/>
                <a:cs typeface="NanumGothic"/>
              </a:defRPr>
            </a:lvl7pPr>
            <a:lvl8pPr>
              <a:defRPr sz="1650" b="0">
                <a:solidFill>
                  <a:srgbClr val="C5D9CE"/>
                </a:solidFill>
                <a:latin typeface="NanumGothic"/>
                <a:ea typeface="NanumGothic"/>
                <a:cs typeface="NanumGothic"/>
              </a:defRPr>
            </a:lvl8pPr>
            <a:lvl9pPr>
              <a:defRPr sz="1650" b="0">
                <a:solidFill>
                  <a:srgbClr val="C5D9CE"/>
                </a:solidFill>
                <a:latin typeface="NanumGothic"/>
                <a:ea typeface="NanumGothic"/>
                <a:cs typeface="NanumGothic"/>
              </a:defRPr>
            </a:lvl9pPr>
          </a:lstStyle>
          <a:p xmlns:a="http://schemas.openxmlformats.org/drawingml/2006/main">
            <a:pPr>
              <a:defRPr sz="1650" b="0">
                <a:solidFill>
                  <a:srgbClr val="C5D9CE"/>
                </a:solidFill>
                <a:latin typeface="NanumGothic"/>
                <a:ea typeface="NanumGothic"/>
                <a:cs typeface="NanumGothic"/>
              </a:defRPr>
            </a:pPr>
            <a:r>
              <a:rPr sz="1650" b="0">
                <a:solidFill>
                  <a:srgbClr val="C5D9CE"/>
                </a:solidFill>
                <a:latin typeface="NanumGothic"/>
                <a:ea typeface="NanumGothic"/>
                <a:cs typeface="NanumGothic"/>
              </a:rPr>
              <a:t>코디세이 AI 네이티브 응용 학습 Final Project</a:t>
            </a:r>
          </a:p>
        </p:txBody>
      </p:sp>
    </p:spTree>
    <p:extLst>
      <p:ext uri="{BB962C8B-B14F-4D97-AF65-F5344CB8AC3E}">
        <p14:creationId xmlns:p14="http://schemas.microsoft.com/office/powerpoint/2010/main" val="451285656"/>
      </p:ext>
    </p:extLst>
  </p:cSld>
</p:sld>
</file>

<file path=ppt/slides/slide2.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text-0">
            <a:extLst xmlns:a="http://schemas.openxmlformats.org/drawingml/2006/main">
              <a:ext uri="{FF2B5EF4-FFF2-40B4-BE49-F238E27FC236}">
                <a16:creationId xmlns:a16="http://schemas.microsoft.com/office/drawing/2014/main" id="{9B7C5730-6563-44DD-9A96-74858C7A0D66}"/>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173D36"/>
                </a:solidFill>
                <a:latin typeface="NanumGothic"/>
                <a:ea typeface="NanumGothic"/>
                <a:cs typeface="NanumGothic"/>
              </a:defRPr>
            </a:defPPr>
            <a:lvl1pPr>
              <a:defRPr sz="3225" b="1">
                <a:solidFill>
                  <a:srgbClr val="173D36"/>
                </a:solidFill>
                <a:latin typeface="NanumGothic"/>
                <a:ea typeface="NanumGothic"/>
                <a:cs typeface="NanumGothic"/>
              </a:defRPr>
            </a:lvl1pPr>
            <a:lvl2pPr>
              <a:defRPr sz="3225" b="1">
                <a:solidFill>
                  <a:srgbClr val="173D36"/>
                </a:solidFill>
                <a:latin typeface="NanumGothic"/>
                <a:ea typeface="NanumGothic"/>
                <a:cs typeface="NanumGothic"/>
              </a:defRPr>
            </a:lvl2pPr>
            <a:lvl3pPr>
              <a:defRPr sz="3225" b="1">
                <a:solidFill>
                  <a:srgbClr val="173D36"/>
                </a:solidFill>
                <a:latin typeface="NanumGothic"/>
                <a:ea typeface="NanumGothic"/>
                <a:cs typeface="NanumGothic"/>
              </a:defRPr>
            </a:lvl3pPr>
            <a:lvl4pPr>
              <a:defRPr sz="3225" b="1">
                <a:solidFill>
                  <a:srgbClr val="173D36"/>
                </a:solidFill>
                <a:latin typeface="NanumGothic"/>
                <a:ea typeface="NanumGothic"/>
                <a:cs typeface="NanumGothic"/>
              </a:defRPr>
            </a:lvl4pPr>
            <a:lvl5pPr>
              <a:defRPr sz="3225" b="1">
                <a:solidFill>
                  <a:srgbClr val="173D36"/>
                </a:solidFill>
                <a:latin typeface="NanumGothic"/>
                <a:ea typeface="NanumGothic"/>
                <a:cs typeface="NanumGothic"/>
              </a:defRPr>
            </a:lvl5pPr>
            <a:lvl6pPr>
              <a:defRPr sz="3225" b="1">
                <a:solidFill>
                  <a:srgbClr val="173D36"/>
                </a:solidFill>
                <a:latin typeface="NanumGothic"/>
                <a:ea typeface="NanumGothic"/>
                <a:cs typeface="NanumGothic"/>
              </a:defRPr>
            </a:lvl6pPr>
            <a:lvl7pPr>
              <a:defRPr sz="3225" b="1">
                <a:solidFill>
                  <a:srgbClr val="173D36"/>
                </a:solidFill>
                <a:latin typeface="NanumGothic"/>
                <a:ea typeface="NanumGothic"/>
                <a:cs typeface="NanumGothic"/>
              </a:defRPr>
            </a:lvl7pPr>
            <a:lvl8pPr>
              <a:defRPr sz="3225" b="1">
                <a:solidFill>
                  <a:srgbClr val="173D36"/>
                </a:solidFill>
                <a:latin typeface="NanumGothic"/>
                <a:ea typeface="NanumGothic"/>
                <a:cs typeface="NanumGothic"/>
              </a:defRPr>
            </a:lvl8pPr>
            <a:lvl9pPr>
              <a:defRPr sz="3225" b="1">
                <a:solidFill>
                  <a:srgbClr val="173D36"/>
                </a:solidFill>
                <a:latin typeface="NanumGothic"/>
                <a:ea typeface="NanumGothic"/>
                <a:cs typeface="NanumGothic"/>
              </a:defRPr>
            </a:lvl9pPr>
          </a:lstStyle>
          <a:p xmlns:a="http://schemas.openxmlformats.org/drawingml/2006/main">
            <a:pPr>
              <a:defRPr sz="3225" b="1">
                <a:solidFill>
                  <a:srgbClr val="173D36"/>
                </a:solidFill>
                <a:latin typeface="NanumGothic"/>
                <a:ea typeface="NanumGothic"/>
                <a:cs typeface="NanumGothic"/>
              </a:defRPr>
            </a:pPr>
            <a:r>
              <a:rPr sz="3225" b="1">
                <a:solidFill>
                  <a:srgbClr val="173D36"/>
                </a:solidFill>
                <a:latin typeface="NanumGothic"/>
                <a:ea typeface="NanumGothic"/>
                <a:cs typeface="NanumGothic"/>
              </a:rPr>
              <a:t>팀원별 담당 업무</a:t>
            </a:r>
          </a:p>
        </p:txBody>
      </p:sp>
      <p:sp>
        <p:nvSpPr>
          <p:cNvPr id="3" name="text-1">
            <a:extLst xmlns:a="http://schemas.openxmlformats.org/drawingml/2006/main">
              <a:ext uri="{FF2B5EF4-FFF2-40B4-BE49-F238E27FC236}">
                <a16:creationId xmlns:a16="http://schemas.microsoft.com/office/drawing/2014/main" id="{30597369-3046-49CF-ABA4-1E8BA1F65691}"/>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02</a:t>
            </a:r>
          </a:p>
        </p:txBody>
      </p:sp>
      <p:graphicFrame>
        <p:nvGraphicFramePr>
          <p:cNvPr id="4" name="">
            <a:extLst xmlns:a="http://schemas.openxmlformats.org/drawingml/2006/main">
              <a:ext uri="{FF2B5EF4-FFF2-40B4-BE49-F238E27FC236}">
                <a16:creationId xmlns:a16="http://schemas.microsoft.com/office/drawing/2014/main" id="{1E0190C8-71D6-49F3-9146-9361A2803761}"/>
              </a:ext>
            </a:extLst>
          </p:cNvPr>
          <p:cNvGraphicFramePr/>
          <p:nvPr/>
        </p:nvGraphicFramePr>
        <p:xfrm>
          <a:off xmlns:a="http://schemas.openxmlformats.org/drawingml/2006/main" x="609600" y="1619250"/>
          <a:ext xmlns:a="http://schemas.openxmlformats.org/drawingml/2006/main" cx="10972800" cy="3619500"/>
        </p:xfrm>
        <a:graphic xmlns:a="http://schemas.openxmlformats.org/drawingml/2006/main">
          <a:graphicData uri="http://schemas.openxmlformats.org/drawingml/2006/table">
            <a:tbl>
              <a:tblPr/>
              <a:tblGrid>
                <a:gridCol w="2095500"/>
                <a:gridCol w="3714750"/>
                <a:gridCol w="5162550"/>
              </a:tblGrid>
              <a:tr h="590550">
                <a:tc>
                  <a:txBody>
                    <a:bodyPr lIns="114300" tIns="114300" rIns="114300" bIns="114300"/>
                    <a:lstStyle/>
                    <a:p>
                      <a:r>
                        <a:rPr sz="1875" b="1">
                          <a:solidFill>
                            <a:srgbClr val="FFFFFF"/>
                          </a:solidFill>
                          <a:latin typeface="NanumGothic"/>
                          <a:ea typeface="NanumGothic"/>
                          <a:cs typeface="NanumGothic"/>
                        </a:rPr>
                        <a:t>팀원</a:t>
                      </a:r>
                    </a:p>
                  </a:txBody>
                  <a:tcPr marL="91440" marR="91440" marT="45720" marB="45720">
                    <a:lnL w="9525">
                      <a:solidFill>
                        <a:srgbClr val="D4DED7"/>
                      </a:solidFill>
                      <a:prstDash val="solid"/>
                    </a:lnL>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lIns="114300" tIns="114300" rIns="114300" bIns="114300"/>
                    <a:lstStyle/>
                    <a:p>
                      <a:r>
                        <a:rPr sz="1875" b="1">
                          <a:solidFill>
                            <a:srgbClr val="FFFFFF"/>
                          </a:solidFill>
                          <a:latin typeface="NanumGothic"/>
                          <a:ea typeface="NanumGothic"/>
                          <a:cs typeface="NanumGothic"/>
                        </a:rPr>
                        <a:t>담당</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lIns="114300" tIns="114300" rIns="114300" bIns="114300"/>
                    <a:lstStyle/>
                    <a:p>
                      <a:r>
                        <a:rPr sz="1875" b="1">
                          <a:solidFill>
                            <a:srgbClr val="FFFFFF"/>
                          </a:solidFill>
                          <a:latin typeface="NanumGothic"/>
                          <a:ea typeface="NanumGothic"/>
                          <a:cs typeface="NanumGothic"/>
                        </a:rPr>
                        <a:t>맡은 일</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r>
              <a:tr h="723900">
                <a:tc>
                  <a:txBody>
                    <a:bodyPr lIns="114300" tIns="114300" rIns="114300" bIns="114300"/>
                    <a:lstStyle/>
                    <a:p>
                      <a:r>
                        <a:rPr sz="1875" b="0">
                          <a:solidFill>
                            <a:srgbClr val="243F3A"/>
                          </a:solidFill>
                          <a:latin typeface="NanumGothic"/>
                          <a:ea typeface="NanumGothic"/>
                          <a:cs typeface="NanumGothic"/>
                        </a:rPr>
                        <a:t>김수정</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AI 사진 읽기</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약 이름·용량 추출과 추출 결과 확인</a:t>
                      </a:r>
                    </a:p>
                  </a:txBody>
                  <a:tcPr marL="91440" marR="91440" marT="45720" marB="45720">
                    <a:lnR w="9525">
                      <a:solidFill>
                        <a:srgbClr val="D4DED7"/>
                      </a:solidFill>
                      <a:prstDash val="solid"/>
                    </a:lnR>
                    <a:lnB w="9525">
                      <a:solidFill>
                        <a:srgbClr val="D4DED7"/>
                      </a:solidFill>
                      <a:prstDash val="solid"/>
                    </a:lnB>
                    <a:solidFill>
                      <a:srgbClr val="FFFFFF"/>
                    </a:solidFill>
                  </a:tcPr>
                </a:tc>
              </a:tr>
              <a:tr h="723900">
                <a:tc>
                  <a:txBody>
                    <a:bodyPr lIns="114300" tIns="114300" rIns="114300" bIns="114300"/>
                    <a:lstStyle/>
                    <a:p>
                      <a:r>
                        <a:rPr sz="1875" b="0">
                          <a:solidFill>
                            <a:srgbClr val="243F3A"/>
                          </a:solidFill>
                          <a:latin typeface="NanumGothic"/>
                          <a:ea typeface="NanumGothic"/>
                          <a:cs typeface="NanumGothic"/>
                        </a:rPr>
                        <a:t>공미순</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약품 정보·서버</a:t>
                      </a:r>
                    </a:p>
                  </a:txBody>
                  <a:tcPr marL="91440" marR="91440" marT="45720" marB="45720">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식약처 정보 연결, 약 이름·단위 표기 맞추기</a:t>
                      </a:r>
                    </a:p>
                  </a:txBody>
                  <a:tcPr marL="91440" marR="91440" marT="45720" marB="45720">
                    <a:lnR w="9525">
                      <a:solidFill>
                        <a:srgbClr val="D4DED7"/>
                      </a:solidFill>
                      <a:prstDash val="solid"/>
                    </a:lnR>
                    <a:lnB w="9525">
                      <a:solidFill>
                        <a:srgbClr val="D4DED7"/>
                      </a:solidFill>
                      <a:prstDash val="solid"/>
                    </a:lnB>
                    <a:solidFill>
                      <a:srgbClr val="EDF1EB"/>
                    </a:solidFill>
                  </a:tcPr>
                </a:tc>
              </a:tr>
              <a:tr h="723900">
                <a:tc>
                  <a:txBody>
                    <a:bodyPr lIns="114300" tIns="114300" rIns="114300" bIns="114300"/>
                    <a:lstStyle/>
                    <a:p>
                      <a:r>
                        <a:rPr sz="1875" b="0">
                          <a:solidFill>
                            <a:srgbClr val="243F3A"/>
                          </a:solidFill>
                          <a:latin typeface="NanumGothic"/>
                          <a:ea typeface="NanumGothic"/>
                          <a:cs typeface="NanumGothic"/>
                        </a:rPr>
                        <a:t>안영주</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사용 화면</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가족 선택·사진 등록·결과 확인 화면</a:t>
                      </a:r>
                    </a:p>
                  </a:txBody>
                  <a:tcPr marL="91440" marR="91440" marT="45720" marB="45720">
                    <a:lnR w="9525">
                      <a:solidFill>
                        <a:srgbClr val="D4DED7"/>
                      </a:solidFill>
                      <a:prstDash val="solid"/>
                    </a:lnR>
                    <a:lnB w="9525">
                      <a:solidFill>
                        <a:srgbClr val="D4DED7"/>
                      </a:solidFill>
                      <a:prstDash val="solid"/>
                    </a:lnB>
                    <a:solidFill>
                      <a:srgbClr val="FFFFFF"/>
                    </a:solidFill>
                  </a:tcPr>
                </a:tc>
              </a:tr>
              <a:tr h="723900">
                <a:tc>
                  <a:txBody>
                    <a:bodyPr lIns="114300" tIns="114300" rIns="114300" bIns="114300"/>
                    <a:lstStyle/>
                    <a:p>
                      <a:r>
                        <a:rPr sz="1875" b="0">
                          <a:solidFill>
                            <a:srgbClr val="243F3A"/>
                          </a:solidFill>
                          <a:latin typeface="NanumGothic"/>
                          <a:ea typeface="NanumGothic"/>
                          <a:cs typeface="NanumGothic"/>
                        </a:rPr>
                        <a:t>최슬기 · 팀장</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비교 기능·통합</a:t>
                      </a:r>
                    </a:p>
                  </a:txBody>
                  <a:tcPr marL="91440" marR="91440" marT="45720" marB="45720">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변경값 비교·복용 상태 관리, 기능 연결·검사</a:t>
                      </a:r>
                    </a:p>
                  </a:txBody>
                  <a:tcPr marL="91440" marR="91440" marT="45720" marB="45720">
                    <a:lnR w="9525">
                      <a:solidFill>
                        <a:srgbClr val="D4DED7"/>
                      </a:solidFill>
                      <a:prstDash val="solid"/>
                    </a:lnR>
                    <a:lnB w="9525">
                      <a:solidFill>
                        <a:srgbClr val="D4DED7"/>
                      </a:solidFill>
                      <a:prstDash val="solid"/>
                    </a:lnB>
                    <a:solidFill>
                      <a:srgbClr val="EDF1EB"/>
                    </a:solidFill>
                  </a:tcPr>
                </a:tc>
              </a:tr>
            </a:tbl>
          </a:graphicData>
        </a:graphic>
      </p:graphicFrame>
      <p:sp>
        <p:nvSpPr>
          <p:cNvPr id="5" name="text-2">
            <a:extLst xmlns:a="http://schemas.openxmlformats.org/drawingml/2006/main">
              <a:ext uri="{FF2B5EF4-FFF2-40B4-BE49-F238E27FC236}">
                <a16:creationId xmlns:a16="http://schemas.microsoft.com/office/drawing/2014/main" id="{71B81F39-C6C8-4EB5-8FBB-F39406958D6D}"/>
              </a:ext>
            </a:extLst>
          </p:cNvPr>
          <p:cNvSpPr>
            <a:spLocks xmlns:a="http://schemas.openxmlformats.org/drawingml/2006/main" noGrp="1"/>
          </p:cNvSpPr>
          <p:nvPr/>
        </p:nvSpPr>
        <p:spPr>
          <a:xfrm xmlns:a="http://schemas.openxmlformats.org/drawingml/2006/main">
            <a:off x="609600" y="5810250"/>
            <a:ext cx="1076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0">
                <a:solidFill>
                  <a:srgbClr val="A36835"/>
                </a:solidFill>
                <a:latin typeface="NanumGothic"/>
                <a:ea typeface="NanumGothic"/>
                <a:cs typeface="NanumGothic"/>
              </a:defRPr>
            </a:defPPr>
            <a:lvl1pPr>
              <a:defRPr sz="2025" b="0">
                <a:solidFill>
                  <a:srgbClr val="A36835"/>
                </a:solidFill>
                <a:latin typeface="NanumGothic"/>
                <a:ea typeface="NanumGothic"/>
                <a:cs typeface="NanumGothic"/>
              </a:defRPr>
            </a:lvl1pPr>
            <a:lvl2pPr>
              <a:defRPr sz="2025" b="0">
                <a:solidFill>
                  <a:srgbClr val="A36835"/>
                </a:solidFill>
                <a:latin typeface="NanumGothic"/>
                <a:ea typeface="NanumGothic"/>
                <a:cs typeface="NanumGothic"/>
              </a:defRPr>
            </a:lvl2pPr>
            <a:lvl3pPr>
              <a:defRPr sz="2025" b="0">
                <a:solidFill>
                  <a:srgbClr val="A36835"/>
                </a:solidFill>
                <a:latin typeface="NanumGothic"/>
                <a:ea typeface="NanumGothic"/>
                <a:cs typeface="NanumGothic"/>
              </a:defRPr>
            </a:lvl3pPr>
            <a:lvl4pPr>
              <a:defRPr sz="2025" b="0">
                <a:solidFill>
                  <a:srgbClr val="A36835"/>
                </a:solidFill>
                <a:latin typeface="NanumGothic"/>
                <a:ea typeface="NanumGothic"/>
                <a:cs typeface="NanumGothic"/>
              </a:defRPr>
            </a:lvl4pPr>
            <a:lvl5pPr>
              <a:defRPr sz="2025" b="0">
                <a:solidFill>
                  <a:srgbClr val="A36835"/>
                </a:solidFill>
                <a:latin typeface="NanumGothic"/>
                <a:ea typeface="NanumGothic"/>
                <a:cs typeface="NanumGothic"/>
              </a:defRPr>
            </a:lvl5pPr>
            <a:lvl6pPr>
              <a:defRPr sz="2025" b="0">
                <a:solidFill>
                  <a:srgbClr val="A36835"/>
                </a:solidFill>
                <a:latin typeface="NanumGothic"/>
                <a:ea typeface="NanumGothic"/>
                <a:cs typeface="NanumGothic"/>
              </a:defRPr>
            </a:lvl6pPr>
            <a:lvl7pPr>
              <a:defRPr sz="2025" b="0">
                <a:solidFill>
                  <a:srgbClr val="A36835"/>
                </a:solidFill>
                <a:latin typeface="NanumGothic"/>
                <a:ea typeface="NanumGothic"/>
                <a:cs typeface="NanumGothic"/>
              </a:defRPr>
            </a:lvl7pPr>
            <a:lvl8pPr>
              <a:defRPr sz="2025" b="0">
                <a:solidFill>
                  <a:srgbClr val="A36835"/>
                </a:solidFill>
                <a:latin typeface="NanumGothic"/>
                <a:ea typeface="NanumGothic"/>
                <a:cs typeface="NanumGothic"/>
              </a:defRPr>
            </a:lvl8pPr>
            <a:lvl9pPr>
              <a:defRPr sz="2025" b="0">
                <a:solidFill>
                  <a:srgbClr val="A36835"/>
                </a:solidFill>
                <a:latin typeface="NanumGothic"/>
                <a:ea typeface="NanumGothic"/>
                <a:cs typeface="NanumGothic"/>
              </a:defRPr>
            </a:lvl9pPr>
          </a:lstStyle>
          <a:p xmlns:a="http://schemas.openxmlformats.org/drawingml/2006/main">
            <a:pPr>
              <a:defRPr sz="2025" b="0">
                <a:solidFill>
                  <a:srgbClr val="A36835"/>
                </a:solidFill>
                <a:latin typeface="NanumGothic"/>
                <a:ea typeface="NanumGothic"/>
                <a:cs typeface="NanumGothic"/>
              </a:defRPr>
            </a:pPr>
            <a:r>
              <a:rPr sz="2025" b="0">
                <a:solidFill>
                  <a:srgbClr val="A36835"/>
                </a:solidFill>
                <a:latin typeface="NanumGothic"/>
                <a:ea typeface="NanumGothic"/>
                <a:cs typeface="NanumGothic"/>
              </a:rPr>
              <a:t/>
            </a:r>
          </a:p>
        </p:txBody>
      </p:sp>
    </p:spTree>
    <p:extLst>
      <p:ext uri="{BB962C8B-B14F-4D97-AF65-F5344CB8AC3E}">
        <p14:creationId xmlns:p14="http://schemas.microsoft.com/office/powerpoint/2010/main" val="87632749"/>
      </p:ext>
    </p:extLst>
  </p:cSld>
</p:sld>
</file>

<file path=ppt/slides/slide3.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3365C137-D564-4B3A-817F-C81F9E3FD2FC}"/>
              </a:ext>
            </a:extLst>
          </p:cNvPr>
          <p:cNvSpPr>
            <a:spLocks xmlns:a="http://schemas.openxmlformats.org/drawingml/2006/main" noGrp="1"/>
          </p:cNvSpPr>
          <p:nvPr/>
        </p:nvSpPr>
        <p:spPr>
          <a:xfrm xmlns:a="http://schemas.openxmlformats.org/drawingml/2006/main">
            <a:off x="609600" y="514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73D36"/>
                </a:solidFill>
                <a:latin typeface="NanumGothic"/>
                <a:ea typeface="NanumGothic"/>
                <a:cs typeface="NanumGothic"/>
              </a:defRPr>
            </a:defPPr>
            <a:lvl1pPr>
              <a:defRPr sz="3150" b="1">
                <a:solidFill>
                  <a:srgbClr val="173D36"/>
                </a:solidFill>
                <a:latin typeface="NanumGothic"/>
                <a:ea typeface="NanumGothic"/>
                <a:cs typeface="NanumGothic"/>
              </a:defRPr>
            </a:lvl1pPr>
            <a:lvl2pPr>
              <a:defRPr sz="3150" b="1">
                <a:solidFill>
                  <a:srgbClr val="173D36"/>
                </a:solidFill>
                <a:latin typeface="NanumGothic"/>
                <a:ea typeface="NanumGothic"/>
                <a:cs typeface="NanumGothic"/>
              </a:defRPr>
            </a:lvl2pPr>
            <a:lvl3pPr>
              <a:defRPr sz="3150" b="1">
                <a:solidFill>
                  <a:srgbClr val="173D36"/>
                </a:solidFill>
                <a:latin typeface="NanumGothic"/>
                <a:ea typeface="NanumGothic"/>
                <a:cs typeface="NanumGothic"/>
              </a:defRPr>
            </a:lvl3pPr>
            <a:lvl4pPr>
              <a:defRPr sz="3150" b="1">
                <a:solidFill>
                  <a:srgbClr val="173D36"/>
                </a:solidFill>
                <a:latin typeface="NanumGothic"/>
                <a:ea typeface="NanumGothic"/>
                <a:cs typeface="NanumGothic"/>
              </a:defRPr>
            </a:lvl4pPr>
            <a:lvl5pPr>
              <a:defRPr sz="3150" b="1">
                <a:solidFill>
                  <a:srgbClr val="173D36"/>
                </a:solidFill>
                <a:latin typeface="NanumGothic"/>
                <a:ea typeface="NanumGothic"/>
                <a:cs typeface="NanumGothic"/>
              </a:defRPr>
            </a:lvl5pPr>
            <a:lvl6pPr>
              <a:defRPr sz="3150" b="1">
                <a:solidFill>
                  <a:srgbClr val="173D36"/>
                </a:solidFill>
                <a:latin typeface="NanumGothic"/>
                <a:ea typeface="NanumGothic"/>
                <a:cs typeface="NanumGothic"/>
              </a:defRPr>
            </a:lvl6pPr>
            <a:lvl7pPr>
              <a:defRPr sz="3150" b="1">
                <a:solidFill>
                  <a:srgbClr val="173D36"/>
                </a:solidFill>
                <a:latin typeface="NanumGothic"/>
                <a:ea typeface="NanumGothic"/>
                <a:cs typeface="NanumGothic"/>
              </a:defRPr>
            </a:lvl7pPr>
            <a:lvl8pPr>
              <a:defRPr sz="3150" b="1">
                <a:solidFill>
                  <a:srgbClr val="173D36"/>
                </a:solidFill>
                <a:latin typeface="NanumGothic"/>
                <a:ea typeface="NanumGothic"/>
                <a:cs typeface="NanumGothic"/>
              </a:defRPr>
            </a:lvl8pPr>
            <a:lvl9pPr>
              <a:defRPr sz="3150" b="1">
                <a:solidFill>
                  <a:srgbClr val="173D36"/>
                </a:solidFill>
                <a:latin typeface="NanumGothic"/>
                <a:ea typeface="NanumGothic"/>
                <a:cs typeface="NanumGothic"/>
              </a:defRPr>
            </a:lvl9pPr>
          </a:lstStyle>
          <a:p xmlns:a="http://schemas.openxmlformats.org/drawingml/2006/main">
            <a:pPr>
              <a:defRPr sz="3150" b="1">
                <a:solidFill>
                  <a:srgbClr val="173D36"/>
                </a:solidFill>
                <a:latin typeface="NanumGothic"/>
                <a:ea typeface="NanumGothic"/>
                <a:cs typeface="NanumGothic"/>
              </a:defRPr>
            </a:pPr>
            <a:r>
              <a:rPr sz="3150" b="1">
                <a:solidFill>
                  <a:srgbClr val="173D36"/>
                </a:solidFill>
                <a:latin typeface="NanumGothic"/>
                <a:ea typeface="NanumGothic"/>
                <a:cs typeface="NanumGothic"/>
              </a:rPr>
              <a:t>약이 바뀌었을 때, 가족이 다시 확인하는 것</a:t>
            </a:r>
          </a:p>
        </p:txBody>
      </p:sp>
      <p:sp>
        <p:nvSpPr>
          <p:cNvPr id="3" name="">
            <a:extLst xmlns:a="http://schemas.openxmlformats.org/drawingml/2006/main">
              <a:ext uri="{FF2B5EF4-FFF2-40B4-BE49-F238E27FC236}">
                <a16:creationId xmlns:a16="http://schemas.microsoft.com/office/drawing/2014/main" id="{FAE2018B-0C90-42CB-828F-380CFF4469CA}"/>
              </a:ext>
            </a:extLst>
          </p:cNvPr>
          <p:cNvSpPr>
            <a:spLocks xmlns:a="http://schemas.openxmlformats.org/drawingml/2006/main" noGrp="1"/>
          </p:cNvSpPr>
          <p:nvPr/>
        </p:nvSpPr>
        <p:spPr>
          <a:xfrm xmlns:a="http://schemas.openxmlformats.org/drawingml/2006/main">
            <a:off x="609600" y="15621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43F3A"/>
                </a:solidFill>
                <a:latin typeface="NanumGothic"/>
                <a:ea typeface="NanumGothic"/>
                <a:cs typeface="NanumGothic"/>
              </a:defRPr>
            </a:defPPr>
            <a:lvl1pPr>
              <a:defRPr sz="2100" b="0">
                <a:solidFill>
                  <a:srgbClr val="243F3A"/>
                </a:solidFill>
                <a:latin typeface="NanumGothic"/>
                <a:ea typeface="NanumGothic"/>
                <a:cs typeface="NanumGothic"/>
              </a:defRPr>
            </a:lvl1pPr>
            <a:lvl2pPr>
              <a:defRPr sz="2100" b="0">
                <a:solidFill>
                  <a:srgbClr val="243F3A"/>
                </a:solidFill>
                <a:latin typeface="NanumGothic"/>
                <a:ea typeface="NanumGothic"/>
                <a:cs typeface="NanumGothic"/>
              </a:defRPr>
            </a:lvl2pPr>
            <a:lvl3pPr>
              <a:defRPr sz="2100" b="0">
                <a:solidFill>
                  <a:srgbClr val="243F3A"/>
                </a:solidFill>
                <a:latin typeface="NanumGothic"/>
                <a:ea typeface="NanumGothic"/>
                <a:cs typeface="NanumGothic"/>
              </a:defRPr>
            </a:lvl3pPr>
            <a:lvl4pPr>
              <a:defRPr sz="2100" b="0">
                <a:solidFill>
                  <a:srgbClr val="243F3A"/>
                </a:solidFill>
                <a:latin typeface="NanumGothic"/>
                <a:ea typeface="NanumGothic"/>
                <a:cs typeface="NanumGothic"/>
              </a:defRPr>
            </a:lvl4pPr>
            <a:lvl5pPr>
              <a:defRPr sz="2100" b="0">
                <a:solidFill>
                  <a:srgbClr val="243F3A"/>
                </a:solidFill>
                <a:latin typeface="NanumGothic"/>
                <a:ea typeface="NanumGothic"/>
                <a:cs typeface="NanumGothic"/>
              </a:defRPr>
            </a:lvl5pPr>
            <a:lvl6pPr>
              <a:defRPr sz="2100" b="0">
                <a:solidFill>
                  <a:srgbClr val="243F3A"/>
                </a:solidFill>
                <a:latin typeface="NanumGothic"/>
                <a:ea typeface="NanumGothic"/>
                <a:cs typeface="NanumGothic"/>
              </a:defRPr>
            </a:lvl6pPr>
            <a:lvl7pPr>
              <a:defRPr sz="2100" b="0">
                <a:solidFill>
                  <a:srgbClr val="243F3A"/>
                </a:solidFill>
                <a:latin typeface="NanumGothic"/>
                <a:ea typeface="NanumGothic"/>
                <a:cs typeface="NanumGothic"/>
              </a:defRPr>
            </a:lvl7pPr>
            <a:lvl8pPr>
              <a:defRPr sz="2100" b="0">
                <a:solidFill>
                  <a:srgbClr val="243F3A"/>
                </a:solidFill>
                <a:latin typeface="NanumGothic"/>
                <a:ea typeface="NanumGothic"/>
                <a:cs typeface="NanumGothic"/>
              </a:defRPr>
            </a:lvl8pPr>
            <a:lvl9pPr>
              <a:defRPr sz="2100" b="0">
                <a:solidFill>
                  <a:srgbClr val="243F3A"/>
                </a:solidFill>
                <a:latin typeface="NanumGothic"/>
                <a:ea typeface="NanumGothic"/>
                <a:cs typeface="NanumGothic"/>
              </a:defRPr>
            </a:lvl9pPr>
          </a:lstStyle>
          <a:p xmlns:a="http://schemas.openxmlformats.org/drawingml/2006/main">
            <a:pPr>
              <a:defRPr sz="2100" b="0">
                <a:solidFill>
                  <a:srgbClr val="243F3A"/>
                </a:solidFill>
                <a:latin typeface="NanumGothic"/>
                <a:ea typeface="NanumGothic"/>
                <a:cs typeface="NanumGothic"/>
              </a:defRPr>
            </a:pPr>
            <a:r>
              <a:rPr sz="2100" b="0">
                <a:solidFill>
                  <a:srgbClr val="243F3A"/>
                </a:solidFill>
                <a:latin typeface="NanumGothic"/>
                <a:ea typeface="NanumGothic"/>
                <a:cs typeface="NanumGothic"/>
              </a:rPr>
              <a:t>여러 병원·약국의 약 기록을 정리하는 가족을 위한 서비스입니다.</a:t>
            </a:r>
          </a:p>
        </p:txBody>
      </p:sp>
      <p:graphicFrame>
        <p:nvGraphicFramePr>
          <p:cNvPr id="4" name="">
            <a:extLst xmlns:a="http://schemas.openxmlformats.org/drawingml/2006/main">
              <a:ext uri="{FF2B5EF4-FFF2-40B4-BE49-F238E27FC236}">
                <a16:creationId xmlns:a16="http://schemas.microsoft.com/office/drawing/2014/main" id="{B4CA04DB-704C-4A76-B960-4BEC0F29C005}"/>
              </a:ext>
            </a:extLst>
          </p:cNvPr>
          <p:cNvGraphicFramePr/>
          <p:nvPr/>
        </p:nvGraphicFramePr>
        <p:xfrm>
          <a:off xmlns:a="http://schemas.openxmlformats.org/drawingml/2006/main" x="609600" y="2514600"/>
          <a:ext xmlns:a="http://schemas.openxmlformats.org/drawingml/2006/main" cx="5715000" cy="2095500"/>
        </p:xfrm>
        <a:graphic xmlns:a="http://schemas.openxmlformats.org/drawingml/2006/main">
          <a:graphicData uri="http://schemas.openxmlformats.org/drawingml/2006/table">
            <a:tbl>
              <a:tblPr/>
              <a:tblGrid>
                <a:gridCol w="2286000"/>
                <a:gridCol w="1714500"/>
                <a:gridCol w="1714500"/>
              </a:tblGrid>
              <a:tr h="698500">
                <a:tc>
                  <a:txBody>
                    <a:bodyPr/>
                    <a:lstStyle/>
                    <a:p>
                      <a:r>
                        <a:rPr sz="2025" b="1">
                          <a:solidFill>
                            <a:srgbClr val="FFFFFF"/>
                          </a:solidFill>
                          <a:latin typeface="NanumGothic"/>
                          <a:ea typeface="NanumGothic"/>
                          <a:cs typeface="NanumGothic"/>
                        </a:rPr>
                        <a:t>확인할 값</a:t>
                      </a:r>
                    </a:p>
                  </a:txBody>
                  <a:tcPr marL="91440" marR="91440" marT="45720" marB="45720">
                    <a:lnL w="9525">
                      <a:solidFill>
                        <a:srgbClr val="D4DED7"/>
                      </a:solidFill>
                      <a:prstDash val="solid"/>
                    </a:lnL>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a:lstStyle/>
                    <a:p>
                      <a:r>
                        <a:rPr sz="2025" b="1">
                          <a:solidFill>
                            <a:srgbClr val="FFFFFF"/>
                          </a:solidFill>
                          <a:latin typeface="NanumGothic"/>
                          <a:ea typeface="NanumGothic"/>
                          <a:cs typeface="NanumGothic"/>
                        </a:rPr>
                        <a:t>이전 자료</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a:lstStyle/>
                    <a:p>
                      <a:r>
                        <a:rPr sz="2025" b="1">
                          <a:solidFill>
                            <a:srgbClr val="FFFFFF"/>
                          </a:solidFill>
                          <a:latin typeface="NanumGothic"/>
                          <a:ea typeface="NanumGothic"/>
                          <a:cs typeface="NanumGothic"/>
                        </a:rPr>
                        <a:t>현재 자료</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r>
              <a:tr h="698500">
                <a:tc>
                  <a:txBody>
                    <a:bodyPr/>
                    <a:lstStyle/>
                    <a:p>
                      <a:r>
                        <a:rPr sz="2025" b="0">
                          <a:solidFill>
                            <a:srgbClr val="243F3A"/>
                          </a:solidFill>
                          <a:latin typeface="NanumGothic"/>
                          <a:ea typeface="NanumGothic"/>
                          <a:cs typeface="NanumGothic"/>
                        </a:rPr>
                        <a:t>한 알의 성분량</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a:lstStyle/>
                    <a:p>
                      <a:r>
                        <a:rPr sz="2025" b="0">
                          <a:solidFill>
                            <a:srgbClr val="243F3A"/>
                          </a:solidFill>
                          <a:latin typeface="NanumGothic"/>
                          <a:ea typeface="NanumGothic"/>
                          <a:cs typeface="NanumGothic"/>
                        </a:rPr>
                        <a:t>100 mg</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a:lstStyle/>
                    <a:p>
                      <a:r>
                        <a:rPr sz="2025" b="0">
                          <a:solidFill>
                            <a:srgbClr val="243F3A"/>
                          </a:solidFill>
                          <a:latin typeface="NanumGothic"/>
                          <a:ea typeface="NanumGothic"/>
                          <a:cs typeface="NanumGothic"/>
                        </a:rPr>
                        <a:t>100 mg</a:t>
                      </a:r>
                    </a:p>
                  </a:txBody>
                  <a:tcPr marL="91440" marR="91440" marT="45720" marB="45720">
                    <a:lnR w="9525">
                      <a:solidFill>
                        <a:srgbClr val="D4DED7"/>
                      </a:solidFill>
                      <a:prstDash val="solid"/>
                    </a:lnR>
                    <a:lnB w="9525">
                      <a:solidFill>
                        <a:srgbClr val="D4DED7"/>
                      </a:solidFill>
                      <a:prstDash val="solid"/>
                    </a:lnB>
                    <a:solidFill>
                      <a:srgbClr val="FFFFFF"/>
                    </a:solidFill>
                  </a:tcPr>
                </a:tc>
              </a:tr>
              <a:tr h="698500">
                <a:tc>
                  <a:txBody>
                    <a:bodyPr/>
                    <a:lstStyle/>
                    <a:p>
                      <a:r>
                        <a:rPr sz="2025" b="0">
                          <a:solidFill>
                            <a:srgbClr val="243F3A"/>
                          </a:solidFill>
                          <a:latin typeface="NanumGothic"/>
                          <a:ea typeface="NanumGothic"/>
                          <a:cs typeface="NanumGothic"/>
                        </a:rPr>
                        <a:t>한 번에 먹는 양</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CF0EB"/>
                    </a:solidFill>
                  </a:tcPr>
                </a:tc>
                <a:tc>
                  <a:txBody>
                    <a:bodyPr/>
                    <a:lstStyle/>
                    <a:p>
                      <a:r>
                        <a:rPr sz="2025" b="0">
                          <a:solidFill>
                            <a:srgbClr val="243F3A"/>
                          </a:solidFill>
                          <a:latin typeface="NanumGothic"/>
                          <a:ea typeface="NanumGothic"/>
                          <a:cs typeface="NanumGothic"/>
                        </a:rPr>
                        <a:t>1정</a:t>
                      </a:r>
                    </a:p>
                  </a:txBody>
                  <a:tcPr marL="91440" marR="91440" marT="45720" marB="45720">
                    <a:lnR w="9525">
                      <a:solidFill>
                        <a:srgbClr val="D4DED7"/>
                      </a:solidFill>
                      <a:prstDash val="solid"/>
                    </a:lnR>
                    <a:lnB w="9525">
                      <a:solidFill>
                        <a:srgbClr val="D4DED7"/>
                      </a:solidFill>
                      <a:prstDash val="solid"/>
                    </a:lnB>
                    <a:solidFill>
                      <a:srgbClr val="ECF0EB"/>
                    </a:solidFill>
                  </a:tcPr>
                </a:tc>
                <a:tc>
                  <a:txBody>
                    <a:bodyPr/>
                    <a:lstStyle/>
                    <a:p>
                      <a:r>
                        <a:rPr sz="2025" b="0">
                          <a:solidFill>
                            <a:srgbClr val="243F3A"/>
                          </a:solidFill>
                          <a:latin typeface="NanumGothic"/>
                          <a:ea typeface="NanumGothic"/>
                          <a:cs typeface="NanumGothic"/>
                        </a:rPr>
                        <a:t>2정</a:t>
                      </a:r>
                    </a:p>
                  </a:txBody>
                  <a:tcPr marL="91440" marR="91440" marT="45720" marB="45720">
                    <a:lnR w="9525">
                      <a:solidFill>
                        <a:srgbClr val="D4DED7"/>
                      </a:solidFill>
                      <a:prstDash val="solid"/>
                    </a:lnR>
                    <a:lnB w="9525">
                      <a:solidFill>
                        <a:srgbClr val="D4DED7"/>
                      </a:solidFill>
                      <a:prstDash val="solid"/>
                    </a:lnB>
                    <a:solidFill>
                      <a:srgbClr val="ECF0EB"/>
                    </a:solidFill>
                  </a:tcPr>
                </a:tc>
              </a:tr>
            </a:tbl>
          </a:graphicData>
        </a:graphic>
      </p:graphicFrame>
      <p:sp>
        <p:nvSpPr>
          <p:cNvPr id="5" name="">
            <a:extLst xmlns:a="http://schemas.openxmlformats.org/drawingml/2006/main">
              <a:ext uri="{FF2B5EF4-FFF2-40B4-BE49-F238E27FC236}">
                <a16:creationId xmlns:a16="http://schemas.microsoft.com/office/drawing/2014/main" id="{238B1649-F4F0-4F34-A310-A59C49720AC7}"/>
              </a:ext>
            </a:extLst>
          </p:cNvPr>
          <p:cNvSpPr>
            <a:spLocks xmlns:a="http://schemas.openxmlformats.org/drawingml/2006/main" noGrp="1"/>
          </p:cNvSpPr>
          <p:nvPr/>
        </p:nvSpPr>
        <p:spPr>
          <a:xfrm xmlns:a="http://schemas.openxmlformats.org/drawingml/2006/main">
            <a:off x="609600" y="47720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63736D"/>
                </a:solidFill>
                <a:latin typeface="NanumGothic"/>
                <a:ea typeface="NanumGothic"/>
                <a:cs typeface="NanumGothic"/>
              </a:defRPr>
            </a:defPPr>
            <a:lvl1pPr>
              <a:defRPr sz="1425" b="0">
                <a:solidFill>
                  <a:srgbClr val="63736D"/>
                </a:solidFill>
                <a:latin typeface="NanumGothic"/>
                <a:ea typeface="NanumGothic"/>
                <a:cs typeface="NanumGothic"/>
              </a:defRPr>
            </a:lvl1pPr>
            <a:lvl2pPr>
              <a:defRPr sz="1425" b="0">
                <a:solidFill>
                  <a:srgbClr val="63736D"/>
                </a:solidFill>
                <a:latin typeface="NanumGothic"/>
                <a:ea typeface="NanumGothic"/>
                <a:cs typeface="NanumGothic"/>
              </a:defRPr>
            </a:lvl2pPr>
            <a:lvl3pPr>
              <a:defRPr sz="1425" b="0">
                <a:solidFill>
                  <a:srgbClr val="63736D"/>
                </a:solidFill>
                <a:latin typeface="NanumGothic"/>
                <a:ea typeface="NanumGothic"/>
                <a:cs typeface="NanumGothic"/>
              </a:defRPr>
            </a:lvl3pPr>
            <a:lvl4pPr>
              <a:defRPr sz="1425" b="0">
                <a:solidFill>
                  <a:srgbClr val="63736D"/>
                </a:solidFill>
                <a:latin typeface="NanumGothic"/>
                <a:ea typeface="NanumGothic"/>
                <a:cs typeface="NanumGothic"/>
              </a:defRPr>
            </a:lvl4pPr>
            <a:lvl5pPr>
              <a:defRPr sz="1425" b="0">
                <a:solidFill>
                  <a:srgbClr val="63736D"/>
                </a:solidFill>
                <a:latin typeface="NanumGothic"/>
                <a:ea typeface="NanumGothic"/>
                <a:cs typeface="NanumGothic"/>
              </a:defRPr>
            </a:lvl5pPr>
            <a:lvl6pPr>
              <a:defRPr sz="1425" b="0">
                <a:solidFill>
                  <a:srgbClr val="63736D"/>
                </a:solidFill>
                <a:latin typeface="NanumGothic"/>
                <a:ea typeface="NanumGothic"/>
                <a:cs typeface="NanumGothic"/>
              </a:defRPr>
            </a:lvl6pPr>
            <a:lvl7pPr>
              <a:defRPr sz="1425" b="0">
                <a:solidFill>
                  <a:srgbClr val="63736D"/>
                </a:solidFill>
                <a:latin typeface="NanumGothic"/>
                <a:ea typeface="NanumGothic"/>
                <a:cs typeface="NanumGothic"/>
              </a:defRPr>
            </a:lvl7pPr>
            <a:lvl8pPr>
              <a:defRPr sz="1425" b="0">
                <a:solidFill>
                  <a:srgbClr val="63736D"/>
                </a:solidFill>
                <a:latin typeface="NanumGothic"/>
                <a:ea typeface="NanumGothic"/>
                <a:cs typeface="NanumGothic"/>
              </a:defRPr>
            </a:lvl8pPr>
            <a:lvl9pPr>
              <a:defRPr sz="1425" b="0">
                <a:solidFill>
                  <a:srgbClr val="63736D"/>
                </a:solidFill>
                <a:latin typeface="NanumGothic"/>
                <a:ea typeface="NanumGothic"/>
                <a:cs typeface="NanumGothic"/>
              </a:defRPr>
            </a:lvl9pPr>
          </a:lstStyle>
          <a:p xmlns:a="http://schemas.openxmlformats.org/drawingml/2006/main">
            <a:pPr>
              <a:defRPr sz="1425" b="0">
                <a:solidFill>
                  <a:srgbClr val="63736D"/>
                </a:solidFill>
                <a:latin typeface="NanumGothic"/>
                <a:ea typeface="NanumGothic"/>
                <a:cs typeface="NanumGothic"/>
              </a:defRPr>
            </a:pPr>
            <a:r>
              <a:rPr sz="1425" b="0">
                <a:solidFill>
                  <a:srgbClr val="63736D"/>
                </a:solidFill>
                <a:latin typeface="NanumGothic"/>
                <a:ea typeface="NanumGothic"/>
                <a:cs typeface="NanumGothic"/>
              </a:rPr>
              <a:t>가정한 합성 사례</a:t>
            </a:r>
          </a:p>
        </p:txBody>
      </p:sp>
      <p:sp>
        <p:nvSpPr>
          <p:cNvPr id="6" name="">
            <a:extLst xmlns:a="http://schemas.openxmlformats.org/drawingml/2006/main">
              <a:ext uri="{FF2B5EF4-FFF2-40B4-BE49-F238E27FC236}">
                <a16:creationId xmlns:a16="http://schemas.microsoft.com/office/drawing/2014/main" id="{24EA039C-CB56-4F01-B321-9E5DC198282D}"/>
              </a:ext>
            </a:extLst>
          </p:cNvPr>
          <p:cNvSpPr>
            <a:spLocks xmlns:a="http://schemas.openxmlformats.org/drawingml/2006/main" noGrp="1"/>
          </p:cNvSpPr>
          <p:nvPr/>
        </p:nvSpPr>
        <p:spPr>
          <a:xfrm xmlns:a="http://schemas.openxmlformats.org/drawingml/2006/main">
            <a:off x="6858000" y="2495550"/>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D36"/>
                </a:solidFill>
                <a:latin typeface="NanumGothic"/>
                <a:ea typeface="NanumGothic"/>
                <a:cs typeface="NanumGothic"/>
              </a:defRPr>
            </a:defPPr>
            <a:lvl1pPr>
              <a:defRPr sz="2325" b="1">
                <a:solidFill>
                  <a:srgbClr val="173D36"/>
                </a:solidFill>
                <a:latin typeface="NanumGothic"/>
                <a:ea typeface="NanumGothic"/>
                <a:cs typeface="NanumGothic"/>
              </a:defRPr>
            </a:lvl1pPr>
            <a:lvl2pPr>
              <a:defRPr sz="2325" b="1">
                <a:solidFill>
                  <a:srgbClr val="173D36"/>
                </a:solidFill>
                <a:latin typeface="NanumGothic"/>
                <a:ea typeface="NanumGothic"/>
                <a:cs typeface="NanumGothic"/>
              </a:defRPr>
            </a:lvl2pPr>
            <a:lvl3pPr>
              <a:defRPr sz="2325" b="1">
                <a:solidFill>
                  <a:srgbClr val="173D36"/>
                </a:solidFill>
                <a:latin typeface="NanumGothic"/>
                <a:ea typeface="NanumGothic"/>
                <a:cs typeface="NanumGothic"/>
              </a:defRPr>
            </a:lvl3pPr>
            <a:lvl4pPr>
              <a:defRPr sz="2325" b="1">
                <a:solidFill>
                  <a:srgbClr val="173D36"/>
                </a:solidFill>
                <a:latin typeface="NanumGothic"/>
                <a:ea typeface="NanumGothic"/>
                <a:cs typeface="NanumGothic"/>
              </a:defRPr>
            </a:lvl4pPr>
            <a:lvl5pPr>
              <a:defRPr sz="2325" b="1">
                <a:solidFill>
                  <a:srgbClr val="173D36"/>
                </a:solidFill>
                <a:latin typeface="NanumGothic"/>
                <a:ea typeface="NanumGothic"/>
                <a:cs typeface="NanumGothic"/>
              </a:defRPr>
            </a:lvl5pPr>
            <a:lvl6pPr>
              <a:defRPr sz="2325" b="1">
                <a:solidFill>
                  <a:srgbClr val="173D36"/>
                </a:solidFill>
                <a:latin typeface="NanumGothic"/>
                <a:ea typeface="NanumGothic"/>
                <a:cs typeface="NanumGothic"/>
              </a:defRPr>
            </a:lvl6pPr>
            <a:lvl7pPr>
              <a:defRPr sz="2325" b="1">
                <a:solidFill>
                  <a:srgbClr val="173D36"/>
                </a:solidFill>
                <a:latin typeface="NanumGothic"/>
                <a:ea typeface="NanumGothic"/>
                <a:cs typeface="NanumGothic"/>
              </a:defRPr>
            </a:lvl7pPr>
            <a:lvl8pPr>
              <a:defRPr sz="2325" b="1">
                <a:solidFill>
                  <a:srgbClr val="173D36"/>
                </a:solidFill>
                <a:latin typeface="NanumGothic"/>
                <a:ea typeface="NanumGothic"/>
                <a:cs typeface="NanumGothic"/>
              </a:defRPr>
            </a:lvl8pPr>
            <a:lvl9pPr>
              <a:defRPr sz="2325" b="1">
                <a:solidFill>
                  <a:srgbClr val="173D36"/>
                </a:solidFill>
                <a:latin typeface="NanumGothic"/>
                <a:ea typeface="NanumGothic"/>
                <a:cs typeface="NanumGothic"/>
              </a:defRPr>
            </a:lvl9pPr>
          </a:lstStyle>
          <a:p xmlns:a="http://schemas.openxmlformats.org/drawingml/2006/main">
            <a:pPr>
              <a:defRPr sz="2325" b="1">
                <a:solidFill>
                  <a:srgbClr val="173D36"/>
                </a:solidFill>
                <a:latin typeface="NanumGothic"/>
                <a:ea typeface="NanumGothic"/>
                <a:cs typeface="NanumGothic"/>
              </a:defRPr>
            </a:pPr>
            <a:r>
              <a:rPr sz="2325" b="1">
                <a:solidFill>
                  <a:srgbClr val="173D36"/>
                </a:solidFill>
                <a:latin typeface="NanumGothic"/>
                <a:ea typeface="NanumGothic"/>
                <a:cs typeface="NanumGothic"/>
              </a:rPr>
              <a:t>흩어진 자료</a:t>
            </a:r>
          </a:p>
        </p:txBody>
      </p:sp>
      <p:sp>
        <p:nvSpPr>
          <p:cNvPr id="7" name="">
            <a:extLst xmlns:a="http://schemas.openxmlformats.org/drawingml/2006/main">
              <a:ext uri="{FF2B5EF4-FFF2-40B4-BE49-F238E27FC236}">
                <a16:creationId xmlns:a16="http://schemas.microsoft.com/office/drawing/2014/main" id="{9D4DA6A3-F7CD-4B77-932E-87C815DD5626}"/>
              </a:ext>
            </a:extLst>
          </p:cNvPr>
          <p:cNvSpPr>
            <a:spLocks xmlns:a="http://schemas.openxmlformats.org/drawingml/2006/main" noGrp="1"/>
          </p:cNvSpPr>
          <p:nvPr/>
        </p:nvSpPr>
        <p:spPr>
          <a:xfrm xmlns:a="http://schemas.openxmlformats.org/drawingml/2006/main">
            <a:off x="6858000" y="305752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43F3A"/>
                </a:solidFill>
                <a:latin typeface="NanumGothic"/>
                <a:ea typeface="NanumGothic"/>
                <a:cs typeface="NanumGothic"/>
              </a:defRPr>
            </a:defPPr>
            <a:lvl1pPr>
              <a:defRPr sz="2100" b="0">
                <a:solidFill>
                  <a:srgbClr val="243F3A"/>
                </a:solidFill>
                <a:latin typeface="NanumGothic"/>
                <a:ea typeface="NanumGothic"/>
                <a:cs typeface="NanumGothic"/>
              </a:defRPr>
            </a:lvl1pPr>
            <a:lvl2pPr>
              <a:defRPr sz="2100" b="0">
                <a:solidFill>
                  <a:srgbClr val="243F3A"/>
                </a:solidFill>
                <a:latin typeface="NanumGothic"/>
                <a:ea typeface="NanumGothic"/>
                <a:cs typeface="NanumGothic"/>
              </a:defRPr>
            </a:lvl2pPr>
            <a:lvl3pPr>
              <a:defRPr sz="2100" b="0">
                <a:solidFill>
                  <a:srgbClr val="243F3A"/>
                </a:solidFill>
                <a:latin typeface="NanumGothic"/>
                <a:ea typeface="NanumGothic"/>
                <a:cs typeface="NanumGothic"/>
              </a:defRPr>
            </a:lvl3pPr>
            <a:lvl4pPr>
              <a:defRPr sz="2100" b="0">
                <a:solidFill>
                  <a:srgbClr val="243F3A"/>
                </a:solidFill>
                <a:latin typeface="NanumGothic"/>
                <a:ea typeface="NanumGothic"/>
                <a:cs typeface="NanumGothic"/>
              </a:defRPr>
            </a:lvl4pPr>
            <a:lvl5pPr>
              <a:defRPr sz="2100" b="0">
                <a:solidFill>
                  <a:srgbClr val="243F3A"/>
                </a:solidFill>
                <a:latin typeface="NanumGothic"/>
                <a:ea typeface="NanumGothic"/>
                <a:cs typeface="NanumGothic"/>
              </a:defRPr>
            </a:lvl5pPr>
            <a:lvl6pPr>
              <a:defRPr sz="2100" b="0">
                <a:solidFill>
                  <a:srgbClr val="243F3A"/>
                </a:solidFill>
                <a:latin typeface="NanumGothic"/>
                <a:ea typeface="NanumGothic"/>
                <a:cs typeface="NanumGothic"/>
              </a:defRPr>
            </a:lvl6pPr>
            <a:lvl7pPr>
              <a:defRPr sz="2100" b="0">
                <a:solidFill>
                  <a:srgbClr val="243F3A"/>
                </a:solidFill>
                <a:latin typeface="NanumGothic"/>
                <a:ea typeface="NanumGothic"/>
                <a:cs typeface="NanumGothic"/>
              </a:defRPr>
            </a:lvl7pPr>
            <a:lvl8pPr>
              <a:defRPr sz="2100" b="0">
                <a:solidFill>
                  <a:srgbClr val="243F3A"/>
                </a:solidFill>
                <a:latin typeface="NanumGothic"/>
                <a:ea typeface="NanumGothic"/>
                <a:cs typeface="NanumGothic"/>
              </a:defRPr>
            </a:lvl8pPr>
            <a:lvl9pPr>
              <a:defRPr sz="2100" b="0">
                <a:solidFill>
                  <a:srgbClr val="243F3A"/>
                </a:solidFill>
                <a:latin typeface="NanumGothic"/>
                <a:ea typeface="NanumGothic"/>
                <a:cs typeface="NanumGothic"/>
              </a:defRPr>
            </a:lvl9pPr>
          </a:lstStyle>
          <a:p xmlns:a="http://schemas.openxmlformats.org/drawingml/2006/main">
            <a:pPr>
              <a:defRPr sz="2100" b="0">
                <a:solidFill>
                  <a:srgbClr val="243F3A"/>
                </a:solidFill>
                <a:latin typeface="NanumGothic"/>
                <a:ea typeface="NanumGothic"/>
                <a:cs typeface="NanumGothic"/>
              </a:defRPr>
            </a:pPr>
            <a:r>
              <a:rPr sz="2100" b="0">
                <a:solidFill>
                  <a:srgbClr val="243F3A"/>
                </a:solidFill>
                <a:latin typeface="NanumGothic"/>
                <a:ea typeface="NanumGothic"/>
                <a:cs typeface="NanumGothic"/>
              </a:rPr>
              <a:t>여러 병원·약국의 기록을</a:t>
            </a:r>
          </a:p>
          <a:p xmlns:a="http://schemas.openxmlformats.org/drawingml/2006/main">
            <a:pPr>
              <a:defRPr sz="2100" b="0">
                <a:solidFill>
                  <a:srgbClr val="243F3A"/>
                </a:solidFill>
                <a:latin typeface="NanumGothic"/>
                <a:ea typeface="NanumGothic"/>
                <a:cs typeface="NanumGothic"/>
              </a:defRPr>
            </a:pPr>
            <a:r>
              <a:rPr sz="2100" b="0">
                <a:solidFill>
                  <a:srgbClr val="243F3A"/>
                </a:solidFill>
                <a:latin typeface="NanumGothic"/>
                <a:ea typeface="NanumGothic"/>
                <a:cs typeface="NanumGothic"/>
              </a:rPr>
              <a:t>모아 직접 대조합니다.</a:t>
            </a:r>
          </a:p>
        </p:txBody>
      </p:sp>
      <p:sp>
        <p:nvSpPr>
          <p:cNvPr id="8" name="">
            <a:extLst xmlns:a="http://schemas.openxmlformats.org/drawingml/2006/main">
              <a:ext uri="{FF2B5EF4-FFF2-40B4-BE49-F238E27FC236}">
                <a16:creationId xmlns:a16="http://schemas.microsoft.com/office/drawing/2014/main" id="{C593D87E-22F3-4A8B-ABB9-D118C1A8AEBF}"/>
              </a:ext>
            </a:extLst>
          </p:cNvPr>
          <p:cNvSpPr>
            <a:spLocks xmlns:a="http://schemas.openxmlformats.org/drawingml/2006/main" noGrp="1"/>
          </p:cNvSpPr>
          <p:nvPr/>
        </p:nvSpPr>
        <p:spPr>
          <a:xfrm xmlns:a="http://schemas.openxmlformats.org/drawingml/2006/main">
            <a:off x="6858000" y="42100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D36"/>
                </a:solidFill>
                <a:latin typeface="NanumGothic"/>
                <a:ea typeface="NanumGothic"/>
                <a:cs typeface="NanumGothic"/>
              </a:defRPr>
            </a:defPPr>
            <a:lvl1pPr>
              <a:defRPr sz="2325" b="1">
                <a:solidFill>
                  <a:srgbClr val="173D36"/>
                </a:solidFill>
                <a:latin typeface="NanumGothic"/>
                <a:ea typeface="NanumGothic"/>
                <a:cs typeface="NanumGothic"/>
              </a:defRPr>
            </a:lvl1pPr>
            <a:lvl2pPr>
              <a:defRPr sz="2325" b="1">
                <a:solidFill>
                  <a:srgbClr val="173D36"/>
                </a:solidFill>
                <a:latin typeface="NanumGothic"/>
                <a:ea typeface="NanumGothic"/>
                <a:cs typeface="NanumGothic"/>
              </a:defRPr>
            </a:lvl2pPr>
            <a:lvl3pPr>
              <a:defRPr sz="2325" b="1">
                <a:solidFill>
                  <a:srgbClr val="173D36"/>
                </a:solidFill>
                <a:latin typeface="NanumGothic"/>
                <a:ea typeface="NanumGothic"/>
                <a:cs typeface="NanumGothic"/>
              </a:defRPr>
            </a:lvl3pPr>
            <a:lvl4pPr>
              <a:defRPr sz="2325" b="1">
                <a:solidFill>
                  <a:srgbClr val="173D36"/>
                </a:solidFill>
                <a:latin typeface="NanumGothic"/>
                <a:ea typeface="NanumGothic"/>
                <a:cs typeface="NanumGothic"/>
              </a:defRPr>
            </a:lvl4pPr>
            <a:lvl5pPr>
              <a:defRPr sz="2325" b="1">
                <a:solidFill>
                  <a:srgbClr val="173D36"/>
                </a:solidFill>
                <a:latin typeface="NanumGothic"/>
                <a:ea typeface="NanumGothic"/>
                <a:cs typeface="NanumGothic"/>
              </a:defRPr>
            </a:lvl5pPr>
            <a:lvl6pPr>
              <a:defRPr sz="2325" b="1">
                <a:solidFill>
                  <a:srgbClr val="173D36"/>
                </a:solidFill>
                <a:latin typeface="NanumGothic"/>
                <a:ea typeface="NanumGothic"/>
                <a:cs typeface="NanumGothic"/>
              </a:defRPr>
            </a:lvl6pPr>
            <a:lvl7pPr>
              <a:defRPr sz="2325" b="1">
                <a:solidFill>
                  <a:srgbClr val="173D36"/>
                </a:solidFill>
                <a:latin typeface="NanumGothic"/>
                <a:ea typeface="NanumGothic"/>
                <a:cs typeface="NanumGothic"/>
              </a:defRPr>
            </a:lvl7pPr>
            <a:lvl8pPr>
              <a:defRPr sz="2325" b="1">
                <a:solidFill>
                  <a:srgbClr val="173D36"/>
                </a:solidFill>
                <a:latin typeface="NanumGothic"/>
                <a:ea typeface="NanumGothic"/>
                <a:cs typeface="NanumGothic"/>
              </a:defRPr>
            </a:lvl8pPr>
            <a:lvl9pPr>
              <a:defRPr sz="2325" b="1">
                <a:solidFill>
                  <a:srgbClr val="173D36"/>
                </a:solidFill>
                <a:latin typeface="NanumGothic"/>
                <a:ea typeface="NanumGothic"/>
                <a:cs typeface="NanumGothic"/>
              </a:defRPr>
            </a:lvl9pPr>
          </a:lstStyle>
          <a:p xmlns:a="http://schemas.openxmlformats.org/drawingml/2006/main">
            <a:pPr>
              <a:defRPr sz="2325" b="1">
                <a:solidFill>
                  <a:srgbClr val="173D36"/>
                </a:solidFill>
                <a:latin typeface="NanumGothic"/>
                <a:ea typeface="NanumGothic"/>
                <a:cs typeface="NanumGothic"/>
              </a:defRPr>
            </a:pPr>
            <a:r>
              <a:rPr sz="2325" b="1">
                <a:solidFill>
                  <a:srgbClr val="173D36"/>
                </a:solidFill>
                <a:latin typeface="NanumGothic"/>
                <a:ea typeface="NanumGothic"/>
                <a:cs typeface="NanumGothic"/>
              </a:rPr>
              <a:t>기록과 실제 복용의 차이</a:t>
            </a:r>
          </a:p>
        </p:txBody>
      </p:sp>
      <p:sp>
        <p:nvSpPr>
          <p:cNvPr id="9" name="">
            <a:extLst xmlns:a="http://schemas.openxmlformats.org/drawingml/2006/main">
              <a:ext uri="{FF2B5EF4-FFF2-40B4-BE49-F238E27FC236}">
                <a16:creationId xmlns:a16="http://schemas.microsoft.com/office/drawing/2014/main" id="{8A8A730E-2A18-450F-9421-69BD1D5A430D}"/>
              </a:ext>
            </a:extLst>
          </p:cNvPr>
          <p:cNvSpPr>
            <a:spLocks xmlns:a="http://schemas.openxmlformats.org/drawingml/2006/main" noGrp="1"/>
          </p:cNvSpPr>
          <p:nvPr/>
        </p:nvSpPr>
        <p:spPr>
          <a:xfrm xmlns:a="http://schemas.openxmlformats.org/drawingml/2006/main">
            <a:off x="6858000" y="48196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기록대로 먹는지는 따로 확인합니다.</a:t>
            </a:r>
          </a:p>
        </p:txBody>
      </p:sp>
      <p:sp>
        <p:nvSpPr>
          <p:cNvPr id="10" name="">
            <a:extLst xmlns:a="http://schemas.openxmlformats.org/drawingml/2006/main">
              <a:ext uri="{FF2B5EF4-FFF2-40B4-BE49-F238E27FC236}">
                <a16:creationId xmlns:a16="http://schemas.microsoft.com/office/drawing/2014/main" id="{3B08D073-7B04-4275-8B79-2D72BE5B9EF8}"/>
              </a:ext>
            </a:extLst>
          </p:cNvPr>
          <p:cNvSpPr>
            <a:spLocks xmlns:a="http://schemas.openxmlformats.org/drawingml/2006/main" noGrp="1"/>
          </p:cNvSpPr>
          <p:nvPr/>
        </p:nvSpPr>
        <p:spPr>
          <a:xfrm xmlns:a="http://schemas.openxmlformats.org/drawingml/2006/main">
            <a:off x="609600" y="5695950"/>
            <a:ext cx="10972800" cy="619125"/>
          </a:xfrm>
          <a:prstGeom xmlns:a="http://schemas.openxmlformats.org/drawingml/2006/main" prst="rect">
            <a:avLst/>
          </a:prstGeom>
          <a:solidFill xmlns:a="http://schemas.openxmlformats.org/drawingml/2006/main">
            <a:srgbClr val="173D3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0791801-40F1-4A87-A134-6BECB289FFA3}"/>
              </a:ext>
            </a:extLst>
          </p:cNvPr>
          <p:cNvSpPr>
            <a:spLocks xmlns:a="http://schemas.openxmlformats.org/drawingml/2006/main" noGrp="1"/>
          </p:cNvSpPr>
          <p:nvPr/>
        </p:nvSpPr>
        <p:spPr>
          <a:xfrm xmlns:a="http://schemas.openxmlformats.org/drawingml/2006/main">
            <a:off x="800100" y="5857875"/>
            <a:ext cx="1059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FFFFFF"/>
                </a:solidFill>
                <a:latin typeface="NanumGothic"/>
                <a:ea typeface="NanumGothic"/>
                <a:cs typeface="NanumGothic"/>
              </a:defRPr>
            </a:defPPr>
            <a:lvl1pPr>
              <a:defRPr sz="2100" b="1">
                <a:solidFill>
                  <a:srgbClr val="FFFFFF"/>
                </a:solidFill>
                <a:latin typeface="NanumGothic"/>
                <a:ea typeface="NanumGothic"/>
                <a:cs typeface="NanumGothic"/>
              </a:defRPr>
            </a:lvl1pPr>
            <a:lvl2pPr>
              <a:defRPr sz="2100" b="1">
                <a:solidFill>
                  <a:srgbClr val="FFFFFF"/>
                </a:solidFill>
                <a:latin typeface="NanumGothic"/>
                <a:ea typeface="NanumGothic"/>
                <a:cs typeface="NanumGothic"/>
              </a:defRPr>
            </a:lvl2pPr>
            <a:lvl3pPr>
              <a:defRPr sz="2100" b="1">
                <a:solidFill>
                  <a:srgbClr val="FFFFFF"/>
                </a:solidFill>
                <a:latin typeface="NanumGothic"/>
                <a:ea typeface="NanumGothic"/>
                <a:cs typeface="NanumGothic"/>
              </a:defRPr>
            </a:lvl3pPr>
            <a:lvl4pPr>
              <a:defRPr sz="2100" b="1">
                <a:solidFill>
                  <a:srgbClr val="FFFFFF"/>
                </a:solidFill>
                <a:latin typeface="NanumGothic"/>
                <a:ea typeface="NanumGothic"/>
                <a:cs typeface="NanumGothic"/>
              </a:defRPr>
            </a:lvl4pPr>
            <a:lvl5pPr>
              <a:defRPr sz="2100" b="1">
                <a:solidFill>
                  <a:srgbClr val="FFFFFF"/>
                </a:solidFill>
                <a:latin typeface="NanumGothic"/>
                <a:ea typeface="NanumGothic"/>
                <a:cs typeface="NanumGothic"/>
              </a:defRPr>
            </a:lvl5pPr>
            <a:lvl6pPr>
              <a:defRPr sz="2100" b="1">
                <a:solidFill>
                  <a:srgbClr val="FFFFFF"/>
                </a:solidFill>
                <a:latin typeface="NanumGothic"/>
                <a:ea typeface="NanumGothic"/>
                <a:cs typeface="NanumGothic"/>
              </a:defRPr>
            </a:lvl6pPr>
            <a:lvl7pPr>
              <a:defRPr sz="2100" b="1">
                <a:solidFill>
                  <a:srgbClr val="FFFFFF"/>
                </a:solidFill>
                <a:latin typeface="NanumGothic"/>
                <a:ea typeface="NanumGothic"/>
                <a:cs typeface="NanumGothic"/>
              </a:defRPr>
            </a:lvl7pPr>
            <a:lvl8pPr>
              <a:defRPr sz="2100" b="1">
                <a:solidFill>
                  <a:srgbClr val="FFFFFF"/>
                </a:solidFill>
                <a:latin typeface="NanumGothic"/>
                <a:ea typeface="NanumGothic"/>
                <a:cs typeface="NanumGothic"/>
              </a:defRPr>
            </a:lvl8pPr>
            <a:lvl9pPr>
              <a:defRPr sz="2100" b="1">
                <a:solidFill>
                  <a:srgbClr val="FFFFFF"/>
                </a:solidFill>
                <a:latin typeface="NanumGothic"/>
                <a:ea typeface="NanumGothic"/>
                <a:cs typeface="NanumGothic"/>
              </a:defRPr>
            </a:lvl9pPr>
          </a:lstStyle>
          <a:p xmlns:a="http://schemas.openxmlformats.org/drawingml/2006/main">
            <a:pPr>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개발 목적   달라진 값을 찾고, 지금 먹는 약을 따로 확인</a:t>
            </a:r>
          </a:p>
        </p:txBody>
      </p:sp>
      <p:sp>
        <p:nvSpPr>
          <p:cNvPr id="12" name="page-number">
            <a:extLst xmlns:a="http://schemas.openxmlformats.org/drawingml/2006/main">
              <a:ext uri="{FF2B5EF4-FFF2-40B4-BE49-F238E27FC236}">
                <a16:creationId xmlns:a16="http://schemas.microsoft.com/office/drawing/2014/main" id="{ADEDA873-A02A-44EB-A688-72376C85F289}"/>
              </a:ext>
            </a:extLst>
          </p:cNvPr>
          <p:cNvSpPr>
            <a:spLocks xmlns:a="http://schemas.openxmlformats.org/drawingml/2006/main" noGrp="1"/>
          </p:cNvSpPr>
          <p:nvPr/>
        </p:nvSpPr>
        <p:spPr>
          <a:xfrm xmlns:a="http://schemas.openxmlformats.org/drawingml/2006/main">
            <a:off x="11049000" y="65532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63736D"/>
                </a:solidFill>
                <a:latin typeface="NanumGothic"/>
                <a:ea typeface="NanumGothic"/>
                <a:cs typeface="NanumGothic"/>
              </a:defRPr>
            </a:defPPr>
            <a:lvl1pPr>
              <a:defRPr sz="1350">
                <a:solidFill>
                  <a:srgbClr val="63736D"/>
                </a:solidFill>
                <a:latin typeface="NanumGothic"/>
                <a:ea typeface="NanumGothic"/>
                <a:cs typeface="NanumGothic"/>
              </a:defRPr>
            </a:lvl1pPr>
            <a:lvl2pPr>
              <a:defRPr sz="1350">
                <a:solidFill>
                  <a:srgbClr val="63736D"/>
                </a:solidFill>
                <a:latin typeface="NanumGothic"/>
                <a:ea typeface="NanumGothic"/>
                <a:cs typeface="NanumGothic"/>
              </a:defRPr>
            </a:lvl2pPr>
            <a:lvl3pPr>
              <a:defRPr sz="1350">
                <a:solidFill>
                  <a:srgbClr val="63736D"/>
                </a:solidFill>
                <a:latin typeface="NanumGothic"/>
                <a:ea typeface="NanumGothic"/>
                <a:cs typeface="NanumGothic"/>
              </a:defRPr>
            </a:lvl3pPr>
            <a:lvl4pPr>
              <a:defRPr sz="1350">
                <a:solidFill>
                  <a:srgbClr val="63736D"/>
                </a:solidFill>
                <a:latin typeface="NanumGothic"/>
                <a:ea typeface="NanumGothic"/>
                <a:cs typeface="NanumGothic"/>
              </a:defRPr>
            </a:lvl4pPr>
            <a:lvl5pPr>
              <a:defRPr sz="1350">
                <a:solidFill>
                  <a:srgbClr val="63736D"/>
                </a:solidFill>
                <a:latin typeface="NanumGothic"/>
                <a:ea typeface="NanumGothic"/>
                <a:cs typeface="NanumGothic"/>
              </a:defRPr>
            </a:lvl5pPr>
            <a:lvl6pPr>
              <a:defRPr sz="1350">
                <a:solidFill>
                  <a:srgbClr val="63736D"/>
                </a:solidFill>
                <a:latin typeface="NanumGothic"/>
                <a:ea typeface="NanumGothic"/>
                <a:cs typeface="NanumGothic"/>
              </a:defRPr>
            </a:lvl6pPr>
            <a:lvl7pPr>
              <a:defRPr sz="1350">
                <a:solidFill>
                  <a:srgbClr val="63736D"/>
                </a:solidFill>
                <a:latin typeface="NanumGothic"/>
                <a:ea typeface="NanumGothic"/>
                <a:cs typeface="NanumGothic"/>
              </a:defRPr>
            </a:lvl7pPr>
            <a:lvl8pPr>
              <a:defRPr sz="1350">
                <a:solidFill>
                  <a:srgbClr val="63736D"/>
                </a:solidFill>
                <a:latin typeface="NanumGothic"/>
                <a:ea typeface="NanumGothic"/>
                <a:cs typeface="NanumGothic"/>
              </a:defRPr>
            </a:lvl8pPr>
            <a:lvl9pPr>
              <a:defRPr sz="1350">
                <a:solidFill>
                  <a:srgbClr val="63736D"/>
                </a:solidFill>
                <a:latin typeface="NanumGothic"/>
                <a:ea typeface="NanumGothic"/>
                <a:cs typeface="NanumGothic"/>
              </a:defRPr>
            </a:lvl9pPr>
          </a:lstStyle>
          <a:p xmlns:a="http://schemas.openxmlformats.org/drawingml/2006/main">
            <a:pPr>
              <a:defRPr sz="1350">
                <a:solidFill>
                  <a:srgbClr val="63736D"/>
                </a:solidFill>
                <a:latin typeface="NanumGothic"/>
                <a:ea typeface="NanumGothic"/>
                <a:cs typeface="NanumGothic"/>
              </a:defRPr>
            </a:pPr>
            <a:r>
              <a:rPr sz="1350">
                <a:solidFill>
                  <a:srgbClr val="63736D"/>
                </a:solidFill>
                <a:latin typeface="NanumGothic"/>
                <a:ea typeface="NanumGothic"/>
                <a:cs typeface="NanumGothic"/>
              </a:rPr>
              <a:t>03</a:t>
            </a:r>
          </a:p>
        </p:txBody>
      </p:sp>
    </p:spTree>
    <p:extLst>
      <p:ext uri="{BB962C8B-B14F-4D97-AF65-F5344CB8AC3E}">
        <p14:creationId xmlns:p14="http://schemas.microsoft.com/office/powerpoint/2010/main" val="10409165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BD66454-B3B4-46B1-9EC5-ABDF09B95ED9}"/>
              </a:ext>
            </a:extLst>
          </p:cNvPr>
          <p:cNvPicPr>
            <a:picLocks xmlns:a="http://schemas.openxmlformats.org/drawingml/2006/main" noChangeAspect="1"/>
          </p:cNvPicPr>
          <p:nvPr/>
        </p:nvPicPr>
        <p:blipFill>
          <a:blip xmlns:r="http://schemas.openxmlformats.org/officeDocument/2006/relationships" xmlns:a="http://schemas.openxmlformats.org/drawingml/2006/main" r:embed="R5fc6e1a91d874f71"/>
          <a:srcRect xmlns:a="http://schemas.openxmlformats.org/drawingml/2006/main" l="0" t="0" r="0" b="0"/>
          <a:stretch xmlns:a="http://schemas.openxmlformats.org/drawingml/2006/main">
            <a:fillRect l="0" t="0" r="0" b="0"/>
          </a:stretch>
        </p:blipFill>
        <p:spPr>
          <a:xfrm xmlns:a="http://schemas.openxmlformats.org/drawingml/2006/main">
            <a:off x="3240" y="0"/>
            <a:ext cx="12185522" cy="6858000"/>
          </a:xfrm>
          <a:prstGeom xmlns:a="http://schemas.openxmlformats.org/drawingml/2006/main" prst="rect">
            <a:avLst/>
          </a:prstGeom>
        </p:spPr>
      </p:pic>
    </p:spTree>
    <p:extLst>
      <p:ext uri="{BB962C8B-B14F-4D97-AF65-F5344CB8AC3E}">
        <p14:creationId xmlns:p14="http://schemas.microsoft.com/office/powerpoint/2010/main" val="534683733"/>
      </p:ext>
    </p:extLst>
  </p:cSld>
</p:sld>
</file>

<file path=ppt/slides/slide5.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text-0">
            <a:extLst xmlns:a="http://schemas.openxmlformats.org/drawingml/2006/main">
              <a:ext uri="{FF2B5EF4-FFF2-40B4-BE49-F238E27FC236}">
                <a16:creationId xmlns:a16="http://schemas.microsoft.com/office/drawing/2014/main" id="{C8426457-5379-4142-88BD-76181296BB22}"/>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173D36"/>
                </a:solidFill>
                <a:latin typeface="NanumGothic"/>
                <a:ea typeface="NanumGothic"/>
                <a:cs typeface="NanumGothic"/>
              </a:defRPr>
            </a:defPPr>
            <a:lvl1pPr>
              <a:defRPr sz="3225" b="1">
                <a:solidFill>
                  <a:srgbClr val="173D36"/>
                </a:solidFill>
                <a:latin typeface="NanumGothic"/>
                <a:ea typeface="NanumGothic"/>
                <a:cs typeface="NanumGothic"/>
              </a:defRPr>
            </a:lvl1pPr>
            <a:lvl2pPr>
              <a:defRPr sz="3225" b="1">
                <a:solidFill>
                  <a:srgbClr val="173D36"/>
                </a:solidFill>
                <a:latin typeface="NanumGothic"/>
                <a:ea typeface="NanumGothic"/>
                <a:cs typeface="NanumGothic"/>
              </a:defRPr>
            </a:lvl2pPr>
            <a:lvl3pPr>
              <a:defRPr sz="3225" b="1">
                <a:solidFill>
                  <a:srgbClr val="173D36"/>
                </a:solidFill>
                <a:latin typeface="NanumGothic"/>
                <a:ea typeface="NanumGothic"/>
                <a:cs typeface="NanumGothic"/>
              </a:defRPr>
            </a:lvl3pPr>
            <a:lvl4pPr>
              <a:defRPr sz="3225" b="1">
                <a:solidFill>
                  <a:srgbClr val="173D36"/>
                </a:solidFill>
                <a:latin typeface="NanumGothic"/>
                <a:ea typeface="NanumGothic"/>
                <a:cs typeface="NanumGothic"/>
              </a:defRPr>
            </a:lvl4pPr>
            <a:lvl5pPr>
              <a:defRPr sz="3225" b="1">
                <a:solidFill>
                  <a:srgbClr val="173D36"/>
                </a:solidFill>
                <a:latin typeface="NanumGothic"/>
                <a:ea typeface="NanumGothic"/>
                <a:cs typeface="NanumGothic"/>
              </a:defRPr>
            </a:lvl5pPr>
            <a:lvl6pPr>
              <a:defRPr sz="3225" b="1">
                <a:solidFill>
                  <a:srgbClr val="173D36"/>
                </a:solidFill>
                <a:latin typeface="NanumGothic"/>
                <a:ea typeface="NanumGothic"/>
                <a:cs typeface="NanumGothic"/>
              </a:defRPr>
            </a:lvl6pPr>
            <a:lvl7pPr>
              <a:defRPr sz="3225" b="1">
                <a:solidFill>
                  <a:srgbClr val="173D36"/>
                </a:solidFill>
                <a:latin typeface="NanumGothic"/>
                <a:ea typeface="NanumGothic"/>
                <a:cs typeface="NanumGothic"/>
              </a:defRPr>
            </a:lvl7pPr>
            <a:lvl8pPr>
              <a:defRPr sz="3225" b="1">
                <a:solidFill>
                  <a:srgbClr val="173D36"/>
                </a:solidFill>
                <a:latin typeface="NanumGothic"/>
                <a:ea typeface="NanumGothic"/>
                <a:cs typeface="NanumGothic"/>
              </a:defRPr>
            </a:lvl8pPr>
            <a:lvl9pPr>
              <a:defRPr sz="3225" b="1">
                <a:solidFill>
                  <a:srgbClr val="173D36"/>
                </a:solidFill>
                <a:latin typeface="NanumGothic"/>
                <a:ea typeface="NanumGothic"/>
                <a:cs typeface="NanumGothic"/>
              </a:defRPr>
            </a:lvl9pPr>
          </a:lstStyle>
          <a:p xmlns:a="http://schemas.openxmlformats.org/drawingml/2006/main">
            <a:pPr>
              <a:defRPr sz="3225" b="1">
                <a:solidFill>
                  <a:srgbClr val="173D36"/>
                </a:solidFill>
                <a:latin typeface="NanumGothic"/>
                <a:ea typeface="NanumGothic"/>
                <a:cs typeface="NanumGothic"/>
              </a:defRPr>
            </a:pPr>
            <a:r>
              <a:rPr sz="3225" b="1">
                <a:solidFill>
                  <a:srgbClr val="173D36"/>
                </a:solidFill>
                <a:latin typeface="NanumGothic"/>
                <a:ea typeface="NanumGothic"/>
                <a:cs typeface="NanumGothic"/>
              </a:rPr>
              <a:t>이번에 만든 기능과 앞으로 할 일</a:t>
            </a:r>
          </a:p>
        </p:txBody>
      </p:sp>
      <p:sp>
        <p:nvSpPr>
          <p:cNvPr id="3" name="text-1">
            <a:extLst xmlns:a="http://schemas.openxmlformats.org/drawingml/2006/main">
              <a:ext uri="{FF2B5EF4-FFF2-40B4-BE49-F238E27FC236}">
                <a16:creationId xmlns:a16="http://schemas.microsoft.com/office/drawing/2014/main" id="{63BBCDE7-B6A3-4E36-B618-6876310738ED}"/>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05</a:t>
            </a:r>
          </a:p>
        </p:txBody>
      </p:sp>
      <p:graphicFrame>
        <p:nvGraphicFramePr>
          <p:cNvPr id="4" name="">
            <a:extLst xmlns:a="http://schemas.openxmlformats.org/drawingml/2006/main">
              <a:ext uri="{FF2B5EF4-FFF2-40B4-BE49-F238E27FC236}">
                <a16:creationId xmlns:a16="http://schemas.microsoft.com/office/drawing/2014/main" id="{BB2C41E4-1010-43A0-BAB6-8C623113B0E3}"/>
              </a:ext>
            </a:extLst>
          </p:cNvPr>
          <p:cNvGraphicFramePr/>
          <p:nvPr/>
        </p:nvGraphicFramePr>
        <p:xfrm>
          <a:off xmlns:a="http://schemas.openxmlformats.org/drawingml/2006/main" x="609600" y="1809750"/>
          <a:ext xmlns:a="http://schemas.openxmlformats.org/drawingml/2006/main" cx="10972800" cy="2895600"/>
        </p:xfrm>
        <a:graphic xmlns:a="http://schemas.openxmlformats.org/drawingml/2006/main">
          <a:graphicData uri="http://schemas.openxmlformats.org/drawingml/2006/table">
            <a:tbl>
              <a:tblPr/>
              <a:tblGrid>
                <a:gridCol w="2476500"/>
                <a:gridCol w="4000500"/>
                <a:gridCol w="4495800"/>
              </a:tblGrid>
              <a:tr h="590550">
                <a:tc>
                  <a:txBody>
                    <a:bodyPr lIns="114300" tIns="114300" rIns="114300" bIns="114300"/>
                    <a:lstStyle/>
                    <a:p>
                      <a:r>
                        <a:rPr sz="1875" b="1">
                          <a:solidFill>
                            <a:srgbClr val="FFFFFF"/>
                          </a:solidFill>
                          <a:latin typeface="NanumGothic"/>
                          <a:ea typeface="NanumGothic"/>
                          <a:cs typeface="NanumGothic"/>
                        </a:rPr>
                        <a:t>사용자가 할 일</a:t>
                      </a:r>
                    </a:p>
                  </a:txBody>
                  <a:tcPr marL="91440" marR="91440" marT="45720" marB="45720">
                    <a:lnL w="9525">
                      <a:solidFill>
                        <a:srgbClr val="D4DED7"/>
                      </a:solidFill>
                      <a:prstDash val="solid"/>
                    </a:lnL>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lIns="114300" tIns="114300" rIns="114300" bIns="114300"/>
                    <a:lstStyle/>
                    <a:p>
                      <a:r>
                        <a:rPr sz="1875" b="1">
                          <a:solidFill>
                            <a:srgbClr val="FFFFFF"/>
                          </a:solidFill>
                          <a:latin typeface="NanumGothic"/>
                          <a:ea typeface="NanumGothic"/>
                          <a:cs typeface="NanumGothic"/>
                        </a:rPr>
                        <a:t>이번에 만든 기능</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lIns="114300" tIns="114300" rIns="114300" bIns="114300"/>
                    <a:lstStyle/>
                    <a:p>
                      <a:r>
                        <a:rPr sz="1875" b="1">
                          <a:solidFill>
                            <a:srgbClr val="FFFFFF"/>
                          </a:solidFill>
                          <a:latin typeface="NanumGothic"/>
                          <a:ea typeface="NanumGothic"/>
                          <a:cs typeface="NanumGothic"/>
                        </a:rPr>
                        <a:t>아직 남은 일</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r>
              <a:tr h="723900">
                <a:tc>
                  <a:txBody>
                    <a:bodyPr lIns="114300" tIns="114300" rIns="114300" bIns="114300"/>
                    <a:lstStyle/>
                    <a:p>
                      <a:r>
                        <a:rPr sz="1875" b="0">
                          <a:solidFill>
                            <a:srgbClr val="243F3A"/>
                          </a:solidFill>
                          <a:latin typeface="NanumGothic"/>
                          <a:ea typeface="NanumGothic"/>
                          <a:cs typeface="NanumGothic"/>
                        </a:rPr>
                        <a:t>자료 비교</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사진·파일의 이전·현재 기록 비교</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다양한 자료로 실제 연결 시험</a:t>
                      </a:r>
                    </a:p>
                  </a:txBody>
                  <a:tcPr marL="91440" marR="91440" marT="45720" marB="45720">
                    <a:lnR w="9525">
                      <a:solidFill>
                        <a:srgbClr val="D4DED7"/>
                      </a:solidFill>
                      <a:prstDash val="solid"/>
                    </a:lnR>
                    <a:lnB w="9525">
                      <a:solidFill>
                        <a:srgbClr val="D4DED7"/>
                      </a:solidFill>
                      <a:prstDash val="solid"/>
                    </a:lnB>
                    <a:solidFill>
                      <a:srgbClr val="FFFFFF"/>
                    </a:solidFill>
                  </a:tcPr>
                </a:tc>
              </a:tr>
              <a:tr h="723900">
                <a:tc>
                  <a:txBody>
                    <a:bodyPr lIns="114300" tIns="114300" rIns="114300" bIns="114300"/>
                    <a:lstStyle/>
                    <a:p>
                      <a:r>
                        <a:rPr sz="1875" b="0">
                          <a:solidFill>
                            <a:srgbClr val="243F3A"/>
                          </a:solidFill>
                          <a:latin typeface="NanumGothic"/>
                          <a:ea typeface="NanumGothic"/>
                          <a:cs typeface="NanumGothic"/>
                        </a:rPr>
                        <a:t>내용 확인</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원본과 대조·수정, 실제 복용 입력</a:t>
                      </a:r>
                    </a:p>
                  </a:txBody>
                  <a:tcPr marL="91440" marR="91440" marT="45720" marB="45720">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실제 사용자 대상 이용 시험</a:t>
                      </a:r>
                    </a:p>
                  </a:txBody>
                  <a:tcPr marL="91440" marR="91440" marT="45720" marB="45720">
                    <a:lnR w="9525">
                      <a:solidFill>
                        <a:srgbClr val="D4DED7"/>
                      </a:solidFill>
                      <a:prstDash val="solid"/>
                    </a:lnR>
                    <a:lnB w="9525">
                      <a:solidFill>
                        <a:srgbClr val="D4DED7"/>
                      </a:solidFill>
                      <a:prstDash val="solid"/>
                    </a:lnB>
                    <a:solidFill>
                      <a:srgbClr val="EDF1EB"/>
                    </a:solidFill>
                  </a:tcPr>
                </a:tc>
              </a:tr>
              <a:tr h="723900">
                <a:tc>
                  <a:txBody>
                    <a:bodyPr lIns="114300" tIns="114300" rIns="114300" bIns="114300"/>
                    <a:lstStyle/>
                    <a:p>
                      <a:r>
                        <a:rPr sz="1875" b="0">
                          <a:solidFill>
                            <a:srgbClr val="243F3A"/>
                          </a:solidFill>
                          <a:latin typeface="NanumGothic"/>
                          <a:ea typeface="NanumGothic"/>
                          <a:cs typeface="NanumGothic"/>
                        </a:rPr>
                        <a:t>기록 보관</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가족별 결과 저장·다시 열기</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실제 건강정보의 운영 정책</a:t>
                      </a:r>
                    </a:p>
                  </a:txBody>
                  <a:tcPr marL="91440" marR="91440" marT="45720" marB="45720">
                    <a:lnR w="9525">
                      <a:solidFill>
                        <a:srgbClr val="D4DED7"/>
                      </a:solidFill>
                      <a:prstDash val="solid"/>
                    </a:lnR>
                    <a:lnB w="9525">
                      <a:solidFill>
                        <a:srgbClr val="D4DED7"/>
                      </a:solidFill>
                      <a:prstDash val="solid"/>
                    </a:lnB>
                    <a:solidFill>
                      <a:srgbClr val="FFFFFF"/>
                    </a:solidFill>
                  </a:tcPr>
                </a:tc>
              </a:tr>
            </a:tbl>
          </a:graphicData>
        </a:graphic>
      </p:graphicFrame>
      <p:sp>
        <p:nvSpPr>
          <p:cNvPr id="5" name="text-2">
            <a:extLst xmlns:a="http://schemas.openxmlformats.org/drawingml/2006/main">
              <a:ext uri="{FF2B5EF4-FFF2-40B4-BE49-F238E27FC236}">
                <a16:creationId xmlns:a16="http://schemas.microsoft.com/office/drawing/2014/main" id="{991C4FA0-1C65-48EF-BC7F-900B62027521}"/>
              </a:ext>
            </a:extLst>
          </p:cNvPr>
          <p:cNvSpPr>
            <a:spLocks xmlns:a="http://schemas.openxmlformats.org/drawingml/2006/main" noGrp="1"/>
          </p:cNvSpPr>
          <p:nvPr/>
        </p:nvSpPr>
        <p:spPr>
          <a:xfrm xmlns:a="http://schemas.openxmlformats.org/drawingml/2006/main">
            <a:off x="609600" y="4953000"/>
            <a:ext cx="1076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A36835"/>
                </a:solidFill>
                <a:latin typeface="NanumGothic"/>
                <a:ea typeface="NanumGothic"/>
                <a:cs typeface="NanumGothic"/>
              </a:defRPr>
            </a:defPPr>
            <a:lvl1pPr>
              <a:defRPr sz="2175" b="0">
                <a:solidFill>
                  <a:srgbClr val="A36835"/>
                </a:solidFill>
                <a:latin typeface="NanumGothic"/>
                <a:ea typeface="NanumGothic"/>
                <a:cs typeface="NanumGothic"/>
              </a:defRPr>
            </a:lvl1pPr>
            <a:lvl2pPr>
              <a:defRPr sz="2175" b="0">
                <a:solidFill>
                  <a:srgbClr val="A36835"/>
                </a:solidFill>
                <a:latin typeface="NanumGothic"/>
                <a:ea typeface="NanumGothic"/>
                <a:cs typeface="NanumGothic"/>
              </a:defRPr>
            </a:lvl2pPr>
            <a:lvl3pPr>
              <a:defRPr sz="2175" b="0">
                <a:solidFill>
                  <a:srgbClr val="A36835"/>
                </a:solidFill>
                <a:latin typeface="NanumGothic"/>
                <a:ea typeface="NanumGothic"/>
                <a:cs typeface="NanumGothic"/>
              </a:defRPr>
            </a:lvl3pPr>
            <a:lvl4pPr>
              <a:defRPr sz="2175" b="0">
                <a:solidFill>
                  <a:srgbClr val="A36835"/>
                </a:solidFill>
                <a:latin typeface="NanumGothic"/>
                <a:ea typeface="NanumGothic"/>
                <a:cs typeface="NanumGothic"/>
              </a:defRPr>
            </a:lvl4pPr>
            <a:lvl5pPr>
              <a:defRPr sz="2175" b="0">
                <a:solidFill>
                  <a:srgbClr val="A36835"/>
                </a:solidFill>
                <a:latin typeface="NanumGothic"/>
                <a:ea typeface="NanumGothic"/>
                <a:cs typeface="NanumGothic"/>
              </a:defRPr>
            </a:lvl5pPr>
            <a:lvl6pPr>
              <a:defRPr sz="2175" b="0">
                <a:solidFill>
                  <a:srgbClr val="A36835"/>
                </a:solidFill>
                <a:latin typeface="NanumGothic"/>
                <a:ea typeface="NanumGothic"/>
                <a:cs typeface="NanumGothic"/>
              </a:defRPr>
            </a:lvl6pPr>
            <a:lvl7pPr>
              <a:defRPr sz="2175" b="0">
                <a:solidFill>
                  <a:srgbClr val="A36835"/>
                </a:solidFill>
                <a:latin typeface="NanumGothic"/>
                <a:ea typeface="NanumGothic"/>
                <a:cs typeface="NanumGothic"/>
              </a:defRPr>
            </a:lvl7pPr>
            <a:lvl8pPr>
              <a:defRPr sz="2175" b="0">
                <a:solidFill>
                  <a:srgbClr val="A36835"/>
                </a:solidFill>
                <a:latin typeface="NanumGothic"/>
                <a:ea typeface="NanumGothic"/>
                <a:cs typeface="NanumGothic"/>
              </a:defRPr>
            </a:lvl8pPr>
            <a:lvl9pPr>
              <a:defRPr sz="2175" b="0">
                <a:solidFill>
                  <a:srgbClr val="A36835"/>
                </a:solidFill>
                <a:latin typeface="NanumGothic"/>
                <a:ea typeface="NanumGothic"/>
                <a:cs typeface="NanumGothic"/>
              </a:defRPr>
            </a:lvl9pPr>
          </a:lstStyle>
          <a:p xmlns:a="http://schemas.openxmlformats.org/drawingml/2006/main">
            <a:pPr>
              <a:defRPr sz="2175" b="0">
                <a:solidFill>
                  <a:srgbClr val="A36835"/>
                </a:solidFill>
                <a:latin typeface="NanumGothic"/>
                <a:ea typeface="NanumGothic"/>
                <a:cs typeface="NanumGothic"/>
              </a:defRPr>
            </a:pPr>
            <a:r>
              <a:rPr sz="2175" b="0">
                <a:solidFill>
                  <a:srgbClr val="A36835"/>
                </a:solidFill>
                <a:latin typeface="NanumGothic"/>
                <a:ea typeface="NanumGothic"/>
                <a:cs typeface="NanumGothic"/>
              </a:rPr>
              <a:t>확장 계획: DUR 주의정보와 건강기능식품의 공식 근거 연결</a:t>
            </a:r>
          </a:p>
        </p:txBody>
      </p:sp>
      <p:sp>
        <p:nvSpPr>
          <p:cNvPr id="6" name="definition-592">
            <a:extLst xmlns:a="http://schemas.openxmlformats.org/drawingml/2006/main">
              <a:ext uri="{FF2B5EF4-FFF2-40B4-BE49-F238E27FC236}">
                <a16:creationId xmlns:a16="http://schemas.microsoft.com/office/drawing/2014/main" id="{C8D3ADEB-4A9A-449B-87E5-876039BA25B9}"/>
              </a:ext>
            </a:extLst>
          </p:cNvPr>
          <p:cNvSpPr>
            <a:spLocks xmlns:a="http://schemas.openxmlformats.org/drawingml/2006/main" noGrp="1"/>
          </p:cNvSpPr>
          <p:nvPr/>
        </p:nvSpPr>
        <p:spPr>
          <a:xfrm xmlns:a="http://schemas.openxmlformats.org/drawingml/2006/main">
            <a:off x="609600" y="5638800"/>
            <a:ext cx="10906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a:solidFill>
                  <a:srgbClr val="63736D"/>
                </a:solidFill>
                <a:latin typeface="NanumGothic"/>
                <a:ea typeface="NanumGothic"/>
                <a:cs typeface="NanumGothic"/>
              </a:defRPr>
            </a:defPPr>
            <a:lvl1pPr>
              <a:defRPr sz="1650">
                <a:solidFill>
                  <a:srgbClr val="63736D"/>
                </a:solidFill>
                <a:latin typeface="NanumGothic"/>
                <a:ea typeface="NanumGothic"/>
                <a:cs typeface="NanumGothic"/>
              </a:defRPr>
            </a:lvl1pPr>
            <a:lvl2pPr>
              <a:defRPr sz="1650">
                <a:solidFill>
                  <a:srgbClr val="63736D"/>
                </a:solidFill>
                <a:latin typeface="NanumGothic"/>
                <a:ea typeface="NanumGothic"/>
                <a:cs typeface="NanumGothic"/>
              </a:defRPr>
            </a:lvl2pPr>
            <a:lvl3pPr>
              <a:defRPr sz="1650">
                <a:solidFill>
                  <a:srgbClr val="63736D"/>
                </a:solidFill>
                <a:latin typeface="NanumGothic"/>
                <a:ea typeface="NanumGothic"/>
                <a:cs typeface="NanumGothic"/>
              </a:defRPr>
            </a:lvl3pPr>
            <a:lvl4pPr>
              <a:defRPr sz="1650">
                <a:solidFill>
                  <a:srgbClr val="63736D"/>
                </a:solidFill>
                <a:latin typeface="NanumGothic"/>
                <a:ea typeface="NanumGothic"/>
                <a:cs typeface="NanumGothic"/>
              </a:defRPr>
            </a:lvl4pPr>
            <a:lvl5pPr>
              <a:defRPr sz="1650">
                <a:solidFill>
                  <a:srgbClr val="63736D"/>
                </a:solidFill>
                <a:latin typeface="NanumGothic"/>
                <a:ea typeface="NanumGothic"/>
                <a:cs typeface="NanumGothic"/>
              </a:defRPr>
            </a:lvl5pPr>
            <a:lvl6pPr>
              <a:defRPr sz="1650">
                <a:solidFill>
                  <a:srgbClr val="63736D"/>
                </a:solidFill>
                <a:latin typeface="NanumGothic"/>
                <a:ea typeface="NanumGothic"/>
                <a:cs typeface="NanumGothic"/>
              </a:defRPr>
            </a:lvl6pPr>
            <a:lvl7pPr>
              <a:defRPr sz="1650">
                <a:solidFill>
                  <a:srgbClr val="63736D"/>
                </a:solidFill>
                <a:latin typeface="NanumGothic"/>
                <a:ea typeface="NanumGothic"/>
                <a:cs typeface="NanumGothic"/>
              </a:defRPr>
            </a:lvl7pPr>
            <a:lvl8pPr>
              <a:defRPr sz="1650">
                <a:solidFill>
                  <a:srgbClr val="63736D"/>
                </a:solidFill>
                <a:latin typeface="NanumGothic"/>
                <a:ea typeface="NanumGothic"/>
                <a:cs typeface="NanumGothic"/>
              </a:defRPr>
            </a:lvl8pPr>
            <a:lvl9pPr>
              <a:defRPr sz="1650">
                <a:solidFill>
                  <a:srgbClr val="63736D"/>
                </a:solidFill>
                <a:latin typeface="NanumGothic"/>
                <a:ea typeface="NanumGothic"/>
                <a:cs typeface="NanumGothic"/>
              </a:defRPr>
            </a:lvl9pPr>
          </a:lstStyle>
          <a:p xmlns:a="http://schemas.openxmlformats.org/drawingml/2006/main">
            <a:pPr>
              <a:defRPr sz="1650">
                <a:solidFill>
                  <a:srgbClr val="63736D"/>
                </a:solidFill>
                <a:latin typeface="NanumGothic"/>
                <a:ea typeface="NanumGothic"/>
                <a:cs typeface="NanumGothic"/>
              </a:defRPr>
            </a:pPr>
            <a:r>
              <a:rPr sz="1650">
                <a:solidFill>
                  <a:srgbClr val="63736D"/>
                </a:solidFill>
                <a:latin typeface="NanumGothic"/>
                <a:ea typeface="NanumGothic"/>
                <a:cs typeface="NanumGothic"/>
              </a:rPr>
              <a:t>HIRA: 건강보험심사평가원. 이번 파일 비교는 합성 자료 시험이며, 기관 직접 연결은 아닙니다.</a:t>
            </a:r>
          </a:p>
        </p:txBody>
      </p:sp>
      <p:sp>
        <p:nvSpPr>
          <p:cNvPr id="7" name="definition-635">
            <a:extLst xmlns:a="http://schemas.openxmlformats.org/drawingml/2006/main">
              <a:ext uri="{FF2B5EF4-FFF2-40B4-BE49-F238E27FC236}">
                <a16:creationId xmlns:a16="http://schemas.microsoft.com/office/drawing/2014/main" id="{E9743943-F251-4288-9274-5E3281E5AC94}"/>
              </a:ext>
            </a:extLst>
          </p:cNvPr>
          <p:cNvSpPr>
            <a:spLocks xmlns:a="http://schemas.openxmlformats.org/drawingml/2006/main" noGrp="1"/>
          </p:cNvSpPr>
          <p:nvPr/>
        </p:nvSpPr>
        <p:spPr>
          <a:xfrm xmlns:a="http://schemas.openxmlformats.org/drawingml/2006/main">
            <a:off x="609600" y="6048375"/>
            <a:ext cx="10906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a:solidFill>
                  <a:srgbClr val="63736D"/>
                </a:solidFill>
                <a:latin typeface="NanumGothic"/>
                <a:ea typeface="NanumGothic"/>
                <a:cs typeface="NanumGothic"/>
              </a:defRPr>
            </a:defPPr>
            <a:lvl1pPr>
              <a:defRPr sz="1650">
                <a:solidFill>
                  <a:srgbClr val="63736D"/>
                </a:solidFill>
                <a:latin typeface="NanumGothic"/>
                <a:ea typeface="NanumGothic"/>
                <a:cs typeface="NanumGothic"/>
              </a:defRPr>
            </a:lvl1pPr>
            <a:lvl2pPr>
              <a:defRPr sz="1650">
                <a:solidFill>
                  <a:srgbClr val="63736D"/>
                </a:solidFill>
                <a:latin typeface="NanumGothic"/>
                <a:ea typeface="NanumGothic"/>
                <a:cs typeface="NanumGothic"/>
              </a:defRPr>
            </a:lvl2pPr>
            <a:lvl3pPr>
              <a:defRPr sz="1650">
                <a:solidFill>
                  <a:srgbClr val="63736D"/>
                </a:solidFill>
                <a:latin typeface="NanumGothic"/>
                <a:ea typeface="NanumGothic"/>
                <a:cs typeface="NanumGothic"/>
              </a:defRPr>
            </a:lvl3pPr>
            <a:lvl4pPr>
              <a:defRPr sz="1650">
                <a:solidFill>
                  <a:srgbClr val="63736D"/>
                </a:solidFill>
                <a:latin typeface="NanumGothic"/>
                <a:ea typeface="NanumGothic"/>
                <a:cs typeface="NanumGothic"/>
              </a:defRPr>
            </a:lvl4pPr>
            <a:lvl5pPr>
              <a:defRPr sz="1650">
                <a:solidFill>
                  <a:srgbClr val="63736D"/>
                </a:solidFill>
                <a:latin typeface="NanumGothic"/>
                <a:ea typeface="NanumGothic"/>
                <a:cs typeface="NanumGothic"/>
              </a:defRPr>
            </a:lvl5pPr>
            <a:lvl6pPr>
              <a:defRPr sz="1650">
                <a:solidFill>
                  <a:srgbClr val="63736D"/>
                </a:solidFill>
                <a:latin typeface="NanumGothic"/>
                <a:ea typeface="NanumGothic"/>
                <a:cs typeface="NanumGothic"/>
              </a:defRPr>
            </a:lvl6pPr>
            <a:lvl7pPr>
              <a:defRPr sz="1650">
                <a:solidFill>
                  <a:srgbClr val="63736D"/>
                </a:solidFill>
                <a:latin typeface="NanumGothic"/>
                <a:ea typeface="NanumGothic"/>
                <a:cs typeface="NanumGothic"/>
              </a:defRPr>
            </a:lvl7pPr>
            <a:lvl8pPr>
              <a:defRPr sz="1650">
                <a:solidFill>
                  <a:srgbClr val="63736D"/>
                </a:solidFill>
                <a:latin typeface="NanumGothic"/>
                <a:ea typeface="NanumGothic"/>
                <a:cs typeface="NanumGothic"/>
              </a:defRPr>
            </a:lvl8pPr>
            <a:lvl9pPr>
              <a:defRPr sz="1650">
                <a:solidFill>
                  <a:srgbClr val="63736D"/>
                </a:solidFill>
                <a:latin typeface="NanumGothic"/>
                <a:ea typeface="NanumGothic"/>
                <a:cs typeface="NanumGothic"/>
              </a:defRPr>
            </a:lvl9pPr>
          </a:lstStyle>
          <a:p xmlns:a="http://schemas.openxmlformats.org/drawingml/2006/main">
            <a:pPr>
              <a:defRPr sz="1650">
                <a:solidFill>
                  <a:srgbClr val="63736D"/>
                </a:solidFill>
                <a:latin typeface="NanumGothic"/>
                <a:ea typeface="NanumGothic"/>
                <a:cs typeface="NanumGothic"/>
              </a:defRPr>
            </a:pPr>
            <a:r>
              <a:rPr sz="1650">
                <a:solidFill>
                  <a:srgbClr val="63736D"/>
                </a:solidFill>
                <a:latin typeface="NanumGothic"/>
                <a:ea typeface="NanumGothic"/>
                <a:cs typeface="NanumGothic"/>
              </a:rPr>
              <a:t>DUR: 의약품안전사용서비스. 처방·조제 시 병용금기 등 의약품 주의정보를 제공합니다.</a:t>
            </a:r>
          </a:p>
        </p:txBody>
      </p:sp>
    </p:spTree>
    <p:extLst>
      <p:ext uri="{BB962C8B-B14F-4D97-AF65-F5344CB8AC3E}">
        <p14:creationId xmlns:p14="http://schemas.microsoft.com/office/powerpoint/2010/main" val="1677549824"/>
      </p:ext>
    </p:extLst>
  </p:cSld>
</p:sld>
</file>

<file path=ppt/slides/slide6.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AA44A24A-1C46-4A35-8533-6C930052CE33}"/>
              </a:ext>
            </a:extLst>
          </p:cNvPr>
          <p:cNvSpPr>
            <a:spLocks xmlns:a="http://schemas.openxmlformats.org/drawingml/2006/main" noGrp="1"/>
          </p:cNvSpPr>
          <p:nvPr/>
        </p:nvSpPr>
        <p:spPr>
          <a:xfrm xmlns:a="http://schemas.openxmlformats.org/drawingml/2006/main">
            <a:off x="609600" y="514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73D36"/>
                </a:solidFill>
                <a:latin typeface="NanumGothic"/>
                <a:ea typeface="NanumGothic"/>
                <a:cs typeface="NanumGothic"/>
              </a:defRPr>
            </a:defPPr>
            <a:lvl1pPr>
              <a:defRPr sz="3150" b="1">
                <a:solidFill>
                  <a:srgbClr val="173D36"/>
                </a:solidFill>
                <a:latin typeface="NanumGothic"/>
                <a:ea typeface="NanumGothic"/>
                <a:cs typeface="NanumGothic"/>
              </a:defRPr>
            </a:lvl1pPr>
            <a:lvl2pPr>
              <a:defRPr sz="3150" b="1">
                <a:solidFill>
                  <a:srgbClr val="173D36"/>
                </a:solidFill>
                <a:latin typeface="NanumGothic"/>
                <a:ea typeface="NanumGothic"/>
                <a:cs typeface="NanumGothic"/>
              </a:defRPr>
            </a:lvl2pPr>
            <a:lvl3pPr>
              <a:defRPr sz="3150" b="1">
                <a:solidFill>
                  <a:srgbClr val="173D36"/>
                </a:solidFill>
                <a:latin typeface="NanumGothic"/>
                <a:ea typeface="NanumGothic"/>
                <a:cs typeface="NanumGothic"/>
              </a:defRPr>
            </a:lvl3pPr>
            <a:lvl4pPr>
              <a:defRPr sz="3150" b="1">
                <a:solidFill>
                  <a:srgbClr val="173D36"/>
                </a:solidFill>
                <a:latin typeface="NanumGothic"/>
                <a:ea typeface="NanumGothic"/>
                <a:cs typeface="NanumGothic"/>
              </a:defRPr>
            </a:lvl4pPr>
            <a:lvl5pPr>
              <a:defRPr sz="3150" b="1">
                <a:solidFill>
                  <a:srgbClr val="173D36"/>
                </a:solidFill>
                <a:latin typeface="NanumGothic"/>
                <a:ea typeface="NanumGothic"/>
                <a:cs typeface="NanumGothic"/>
              </a:defRPr>
            </a:lvl5pPr>
            <a:lvl6pPr>
              <a:defRPr sz="3150" b="1">
                <a:solidFill>
                  <a:srgbClr val="173D36"/>
                </a:solidFill>
                <a:latin typeface="NanumGothic"/>
                <a:ea typeface="NanumGothic"/>
                <a:cs typeface="NanumGothic"/>
              </a:defRPr>
            </a:lvl6pPr>
            <a:lvl7pPr>
              <a:defRPr sz="3150" b="1">
                <a:solidFill>
                  <a:srgbClr val="173D36"/>
                </a:solidFill>
                <a:latin typeface="NanumGothic"/>
                <a:ea typeface="NanumGothic"/>
                <a:cs typeface="NanumGothic"/>
              </a:defRPr>
            </a:lvl7pPr>
            <a:lvl8pPr>
              <a:defRPr sz="3150" b="1">
                <a:solidFill>
                  <a:srgbClr val="173D36"/>
                </a:solidFill>
                <a:latin typeface="NanumGothic"/>
                <a:ea typeface="NanumGothic"/>
                <a:cs typeface="NanumGothic"/>
              </a:defRPr>
            </a:lvl8pPr>
            <a:lvl9pPr>
              <a:defRPr sz="3150" b="1">
                <a:solidFill>
                  <a:srgbClr val="173D36"/>
                </a:solidFill>
                <a:latin typeface="NanumGothic"/>
                <a:ea typeface="NanumGothic"/>
                <a:cs typeface="NanumGothic"/>
              </a:defRPr>
            </a:lvl9pPr>
          </a:lstStyle>
          <a:p xmlns:a="http://schemas.openxmlformats.org/drawingml/2006/main">
            <a:pPr>
              <a:defRPr sz="3150" b="1">
                <a:solidFill>
                  <a:srgbClr val="173D36"/>
                </a:solidFill>
                <a:latin typeface="NanumGothic"/>
                <a:ea typeface="NanumGothic"/>
                <a:cs typeface="NanumGothic"/>
              </a:defRPr>
            </a:pPr>
            <a:r>
              <a:rPr sz="3150" b="1">
                <a:solidFill>
                  <a:srgbClr val="173D36"/>
                </a:solidFill>
                <a:latin typeface="NanumGothic"/>
                <a:ea typeface="NanumGothic"/>
                <a:cs typeface="NanumGothic"/>
              </a:rPr>
              <a:t>기존 서비스와 약이음의 집중 영역</a:t>
            </a:r>
          </a:p>
        </p:txBody>
      </p:sp>
      <p:sp>
        <p:nvSpPr>
          <p:cNvPr id="3" name="">
            <a:extLst xmlns:a="http://schemas.openxmlformats.org/drawingml/2006/main">
              <a:ext uri="{FF2B5EF4-FFF2-40B4-BE49-F238E27FC236}">
                <a16:creationId xmlns:a16="http://schemas.microsoft.com/office/drawing/2014/main" id="{009F0887-CD32-4B26-B595-7F3368337E52}"/>
              </a:ext>
            </a:extLst>
          </p:cNvPr>
          <p:cNvSpPr>
            <a:spLocks xmlns:a="http://schemas.openxmlformats.org/drawingml/2006/main" noGrp="1"/>
          </p:cNvSpPr>
          <p:nvPr/>
        </p:nvSpPr>
        <p:spPr>
          <a:xfrm xmlns:a="http://schemas.openxmlformats.org/drawingml/2006/main">
            <a:off x="609600" y="14668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3736D"/>
                </a:solidFill>
                <a:latin typeface="NanumGothic"/>
                <a:ea typeface="NanumGothic"/>
                <a:cs typeface="NanumGothic"/>
              </a:defRPr>
            </a:defPPr>
            <a:lvl1pPr>
              <a:defRPr sz="1725" b="0">
                <a:solidFill>
                  <a:srgbClr val="63736D"/>
                </a:solidFill>
                <a:latin typeface="NanumGothic"/>
                <a:ea typeface="NanumGothic"/>
                <a:cs typeface="NanumGothic"/>
              </a:defRPr>
            </a:lvl1pPr>
            <a:lvl2pPr>
              <a:defRPr sz="1725" b="0">
                <a:solidFill>
                  <a:srgbClr val="63736D"/>
                </a:solidFill>
                <a:latin typeface="NanumGothic"/>
                <a:ea typeface="NanumGothic"/>
                <a:cs typeface="NanumGothic"/>
              </a:defRPr>
            </a:lvl2pPr>
            <a:lvl3pPr>
              <a:defRPr sz="1725" b="0">
                <a:solidFill>
                  <a:srgbClr val="63736D"/>
                </a:solidFill>
                <a:latin typeface="NanumGothic"/>
                <a:ea typeface="NanumGothic"/>
                <a:cs typeface="NanumGothic"/>
              </a:defRPr>
            </a:lvl3pPr>
            <a:lvl4pPr>
              <a:defRPr sz="1725" b="0">
                <a:solidFill>
                  <a:srgbClr val="63736D"/>
                </a:solidFill>
                <a:latin typeface="NanumGothic"/>
                <a:ea typeface="NanumGothic"/>
                <a:cs typeface="NanumGothic"/>
              </a:defRPr>
            </a:lvl4pPr>
            <a:lvl5pPr>
              <a:defRPr sz="1725" b="0">
                <a:solidFill>
                  <a:srgbClr val="63736D"/>
                </a:solidFill>
                <a:latin typeface="NanumGothic"/>
                <a:ea typeface="NanumGothic"/>
                <a:cs typeface="NanumGothic"/>
              </a:defRPr>
            </a:lvl5pPr>
            <a:lvl6pPr>
              <a:defRPr sz="1725" b="0">
                <a:solidFill>
                  <a:srgbClr val="63736D"/>
                </a:solidFill>
                <a:latin typeface="NanumGothic"/>
                <a:ea typeface="NanumGothic"/>
                <a:cs typeface="NanumGothic"/>
              </a:defRPr>
            </a:lvl6pPr>
            <a:lvl7pPr>
              <a:defRPr sz="1725" b="0">
                <a:solidFill>
                  <a:srgbClr val="63736D"/>
                </a:solidFill>
                <a:latin typeface="NanumGothic"/>
                <a:ea typeface="NanumGothic"/>
                <a:cs typeface="NanumGothic"/>
              </a:defRPr>
            </a:lvl7pPr>
            <a:lvl8pPr>
              <a:defRPr sz="1725" b="0">
                <a:solidFill>
                  <a:srgbClr val="63736D"/>
                </a:solidFill>
                <a:latin typeface="NanumGothic"/>
                <a:ea typeface="NanumGothic"/>
                <a:cs typeface="NanumGothic"/>
              </a:defRPr>
            </a:lvl8pPr>
            <a:lvl9pPr>
              <a:defRPr sz="1725" b="0">
                <a:solidFill>
                  <a:srgbClr val="63736D"/>
                </a:solidFill>
                <a:latin typeface="NanumGothic"/>
                <a:ea typeface="NanumGothic"/>
                <a:cs typeface="NanumGothic"/>
              </a:defRPr>
            </a:lvl9pPr>
          </a:lstStyle>
          <a:p xmlns:a="http://schemas.openxmlformats.org/drawingml/2006/main">
            <a:pPr>
              <a:defRPr sz="1725" b="0">
                <a:solidFill>
                  <a:srgbClr val="63736D"/>
                </a:solidFill>
                <a:latin typeface="NanumGothic"/>
                <a:ea typeface="NanumGothic"/>
                <a:cs typeface="NanumGothic"/>
              </a:defRPr>
            </a:pPr>
            <a:r>
              <a:rPr sz="1725" b="0">
                <a:solidFill>
                  <a:srgbClr val="63736D"/>
                </a:solidFill>
                <a:latin typeface="NanumGothic"/>
                <a:ea typeface="NanumGothic"/>
                <a:cs typeface="NanumGothic"/>
              </a:rPr>
              <a:t>각 서비스의 공식 소개에서 확인한 기능</a:t>
            </a:r>
          </a:p>
        </p:txBody>
      </p:sp>
      <p:graphicFrame>
        <p:nvGraphicFramePr>
          <p:cNvPr id="4" name="">
            <a:extLst xmlns:a="http://schemas.openxmlformats.org/drawingml/2006/main">
              <a:ext uri="{FF2B5EF4-FFF2-40B4-BE49-F238E27FC236}">
                <a16:creationId xmlns:a16="http://schemas.microsoft.com/office/drawing/2014/main" id="{A14D7759-5E3A-4D9B-8CCD-BADD38369A26}"/>
              </a:ext>
            </a:extLst>
          </p:cNvPr>
          <p:cNvGraphicFramePr/>
          <p:nvPr/>
        </p:nvGraphicFramePr>
        <p:xfrm>
          <a:off xmlns:a="http://schemas.openxmlformats.org/drawingml/2006/main" x="609600" y="2009775"/>
          <a:ext xmlns:a="http://schemas.openxmlformats.org/drawingml/2006/main" cx="10972800" cy="2667000"/>
        </p:xfrm>
        <a:graphic xmlns:a="http://schemas.openxmlformats.org/drawingml/2006/main">
          <a:graphicData uri="http://schemas.openxmlformats.org/drawingml/2006/table">
            <a:tbl>
              <a:tblPr/>
              <a:tblGrid>
                <a:gridCol w="4286250"/>
                <a:gridCol w="6686550"/>
              </a:tblGrid>
              <a:tr h="666750">
                <a:tc>
                  <a:txBody>
                    <a:bodyPr/>
                    <a:lstStyle/>
                    <a:p>
                      <a:r>
                        <a:rPr sz="1875" b="1">
                          <a:solidFill>
                            <a:srgbClr val="FFFFFF"/>
                          </a:solidFill>
                          <a:latin typeface="NanumGothic"/>
                          <a:ea typeface="NanumGothic"/>
                          <a:cs typeface="NanumGothic"/>
                        </a:rPr>
                        <a:t>서비스</a:t>
                      </a:r>
                    </a:p>
                  </a:txBody>
                  <a:tcPr marL="91440" marR="91440" marT="45720" marB="45720">
                    <a:lnL w="9525">
                      <a:solidFill>
                        <a:srgbClr val="D4DED7"/>
                      </a:solidFill>
                      <a:prstDash val="solid"/>
                    </a:lnL>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a:lstStyle/>
                    <a:p>
                      <a:r>
                        <a:rPr sz="1875" b="1">
                          <a:solidFill>
                            <a:srgbClr val="FFFFFF"/>
                          </a:solidFill>
                          <a:latin typeface="NanumGothic"/>
                          <a:ea typeface="NanumGothic"/>
                          <a:cs typeface="NanumGothic"/>
                        </a:rPr>
                        <a:t>공식 소개에서 확인한 기능</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r>
              <a:tr h="666750">
                <a:tc>
                  <a:txBody>
                    <a:bodyPr/>
                    <a:lstStyle/>
                    <a:p>
                      <a:r>
                        <a:rPr sz="1875" b="0">
                          <a:solidFill>
                            <a:srgbClr val="243F3A"/>
                          </a:solidFill>
                          <a:latin typeface="NanumGothic"/>
                          <a:ea typeface="NanumGothic"/>
                          <a:cs typeface="NanumGothic"/>
                        </a:rPr>
                        <a:t>HIRA · 내가 먹는 약! 한눈에 [1]</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a:lstStyle/>
                    <a:p>
                      <a:r>
                        <a:rPr sz="1875" b="0">
                          <a:solidFill>
                            <a:srgbClr val="243F3A"/>
                          </a:solidFill>
                          <a:latin typeface="NanumGothic"/>
                          <a:ea typeface="NanumGothic"/>
                          <a:cs typeface="NanumGothic"/>
                        </a:rPr>
                        <a:t>투약 이력과 의약품 알러지·부작용 정보 조회</a:t>
                      </a:r>
                    </a:p>
                  </a:txBody>
                  <a:tcPr marL="91440" marR="91440" marT="45720" marB="45720">
                    <a:lnR w="9525">
                      <a:solidFill>
                        <a:srgbClr val="D4DED7"/>
                      </a:solidFill>
                      <a:prstDash val="solid"/>
                    </a:lnR>
                    <a:lnB w="9525">
                      <a:solidFill>
                        <a:srgbClr val="D4DED7"/>
                      </a:solidFill>
                      <a:prstDash val="solid"/>
                    </a:lnB>
                    <a:solidFill>
                      <a:srgbClr val="FFFFFF"/>
                    </a:solidFill>
                  </a:tcPr>
                </a:tc>
              </a:tr>
              <a:tr h="666750">
                <a:tc>
                  <a:txBody>
                    <a:bodyPr/>
                    <a:lstStyle/>
                    <a:p>
                      <a:r>
                        <a:rPr sz="1875" b="0">
                          <a:solidFill>
                            <a:srgbClr val="243F3A"/>
                          </a:solidFill>
                          <a:latin typeface="NanumGothic"/>
                          <a:ea typeface="NanumGothic"/>
                          <a:cs typeface="NanumGothic"/>
                        </a:rPr>
                        <a:t>나의건강기록 [2]</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CF0EB"/>
                    </a:solidFill>
                  </a:tcPr>
                </a:tc>
                <a:tc>
                  <a:txBody>
                    <a:bodyPr/>
                    <a:lstStyle/>
                    <a:p>
                      <a:r>
                        <a:rPr sz="1875" b="0">
                          <a:solidFill>
                            <a:srgbClr val="243F3A"/>
                          </a:solidFill>
                          <a:latin typeface="NanumGothic"/>
                          <a:ea typeface="NanumGothic"/>
                          <a:cs typeface="NanumGothic"/>
                        </a:rPr>
                        <a:t>의료정보 조회·공유, 가족 건강관리·복약 알림</a:t>
                      </a:r>
                    </a:p>
                  </a:txBody>
                  <a:tcPr marL="91440" marR="91440" marT="45720" marB="45720">
                    <a:lnR w="9525">
                      <a:solidFill>
                        <a:srgbClr val="D4DED7"/>
                      </a:solidFill>
                      <a:prstDash val="solid"/>
                    </a:lnR>
                    <a:lnB w="9525">
                      <a:solidFill>
                        <a:srgbClr val="D4DED7"/>
                      </a:solidFill>
                      <a:prstDash val="solid"/>
                    </a:lnB>
                    <a:solidFill>
                      <a:srgbClr val="ECF0EB"/>
                    </a:solidFill>
                  </a:tcPr>
                </a:tc>
              </a:tr>
              <a:tr h="666750">
                <a:tc>
                  <a:txBody>
                    <a:bodyPr/>
                    <a:lstStyle/>
                    <a:p>
                      <a:r>
                        <a:rPr sz="1875" b="0">
                          <a:solidFill>
                            <a:srgbClr val="243F3A"/>
                          </a:solidFill>
                          <a:latin typeface="NanumGothic"/>
                          <a:ea typeface="NanumGothic"/>
                          <a:cs typeface="NanumGothic"/>
                        </a:rPr>
                        <a:t>필라이즈 [3]</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a:lstStyle/>
                    <a:p>
                      <a:r>
                        <a:rPr sz="1875" b="0">
                          <a:solidFill>
                            <a:srgbClr val="243F3A"/>
                          </a:solidFill>
                          <a:latin typeface="NanumGothic"/>
                          <a:ea typeface="NanumGothic"/>
                          <a:cs typeface="NanumGothic"/>
                        </a:rPr>
                        <a:t>영양제 조합 분석·추천·섭취 알림</a:t>
                      </a:r>
                    </a:p>
                  </a:txBody>
                  <a:tcPr marL="91440" marR="91440" marT="45720" marB="45720">
                    <a:lnR w="9525">
                      <a:solidFill>
                        <a:srgbClr val="D4DED7"/>
                      </a:solidFill>
                      <a:prstDash val="solid"/>
                    </a:lnR>
                    <a:lnB w="9525">
                      <a:solidFill>
                        <a:srgbClr val="D4DED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E2C0FA0-A17C-49D6-9D82-B625B8C122B2}"/>
              </a:ext>
            </a:extLst>
          </p:cNvPr>
          <p:cNvSpPr>
            <a:spLocks xmlns:a="http://schemas.openxmlformats.org/drawingml/2006/main" noGrp="1"/>
          </p:cNvSpPr>
          <p:nvPr/>
        </p:nvSpPr>
        <p:spPr>
          <a:xfrm xmlns:a="http://schemas.openxmlformats.org/drawingml/2006/main">
            <a:off x="609600" y="4962525"/>
            <a:ext cx="10972800" cy="990600"/>
          </a:xfrm>
          <a:prstGeom xmlns:a="http://schemas.openxmlformats.org/drawingml/2006/main" prst="rect">
            <a:avLst/>
          </a:prstGeom>
          <a:solidFill xmlns:a="http://schemas.openxmlformats.org/drawingml/2006/main">
            <a:srgbClr val="173D3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6F0D76A-82D5-4EA1-A5F7-C3B7B059F37E}"/>
              </a:ext>
            </a:extLst>
          </p:cNvPr>
          <p:cNvSpPr>
            <a:spLocks xmlns:a="http://schemas.openxmlformats.org/drawingml/2006/main" noGrp="1"/>
          </p:cNvSpPr>
          <p:nvPr/>
        </p:nvSpPr>
        <p:spPr>
          <a:xfrm xmlns:a="http://schemas.openxmlformats.org/drawingml/2006/main">
            <a:off x="838200" y="5133975"/>
            <a:ext cx="1051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FFFFF"/>
                </a:solidFill>
                <a:latin typeface="NanumGothic"/>
                <a:ea typeface="NanumGothic"/>
                <a:cs typeface="NanumGothic"/>
              </a:defRPr>
            </a:defPPr>
            <a:lvl1pPr>
              <a:defRPr sz="2400" b="1">
                <a:solidFill>
                  <a:srgbClr val="FFFFFF"/>
                </a:solidFill>
                <a:latin typeface="NanumGothic"/>
                <a:ea typeface="NanumGothic"/>
                <a:cs typeface="NanumGothic"/>
              </a:defRPr>
            </a:lvl1pPr>
            <a:lvl2pPr>
              <a:defRPr sz="2400" b="1">
                <a:solidFill>
                  <a:srgbClr val="FFFFFF"/>
                </a:solidFill>
                <a:latin typeface="NanumGothic"/>
                <a:ea typeface="NanumGothic"/>
                <a:cs typeface="NanumGothic"/>
              </a:defRPr>
            </a:lvl2pPr>
            <a:lvl3pPr>
              <a:defRPr sz="2400" b="1">
                <a:solidFill>
                  <a:srgbClr val="FFFFFF"/>
                </a:solidFill>
                <a:latin typeface="NanumGothic"/>
                <a:ea typeface="NanumGothic"/>
                <a:cs typeface="NanumGothic"/>
              </a:defRPr>
            </a:lvl3pPr>
            <a:lvl4pPr>
              <a:defRPr sz="2400" b="1">
                <a:solidFill>
                  <a:srgbClr val="FFFFFF"/>
                </a:solidFill>
                <a:latin typeface="NanumGothic"/>
                <a:ea typeface="NanumGothic"/>
                <a:cs typeface="NanumGothic"/>
              </a:defRPr>
            </a:lvl4pPr>
            <a:lvl5pPr>
              <a:defRPr sz="2400" b="1">
                <a:solidFill>
                  <a:srgbClr val="FFFFFF"/>
                </a:solidFill>
                <a:latin typeface="NanumGothic"/>
                <a:ea typeface="NanumGothic"/>
                <a:cs typeface="NanumGothic"/>
              </a:defRPr>
            </a:lvl5pPr>
            <a:lvl6pPr>
              <a:defRPr sz="2400" b="1">
                <a:solidFill>
                  <a:srgbClr val="FFFFFF"/>
                </a:solidFill>
                <a:latin typeface="NanumGothic"/>
                <a:ea typeface="NanumGothic"/>
                <a:cs typeface="NanumGothic"/>
              </a:defRPr>
            </a:lvl6pPr>
            <a:lvl7pPr>
              <a:defRPr sz="2400" b="1">
                <a:solidFill>
                  <a:srgbClr val="FFFFFF"/>
                </a:solidFill>
                <a:latin typeface="NanumGothic"/>
                <a:ea typeface="NanumGothic"/>
                <a:cs typeface="NanumGothic"/>
              </a:defRPr>
            </a:lvl7pPr>
            <a:lvl8pPr>
              <a:defRPr sz="2400" b="1">
                <a:solidFill>
                  <a:srgbClr val="FFFFFF"/>
                </a:solidFill>
                <a:latin typeface="NanumGothic"/>
                <a:ea typeface="NanumGothic"/>
                <a:cs typeface="NanumGothic"/>
              </a:defRPr>
            </a:lvl8pPr>
            <a:lvl9pPr>
              <a:defRPr sz="2400" b="1">
                <a:solidFill>
                  <a:srgbClr val="FFFFFF"/>
                </a:solidFill>
                <a:latin typeface="NanumGothic"/>
                <a:ea typeface="NanumGothic"/>
                <a:cs typeface="NanumGothic"/>
              </a:defRPr>
            </a:lvl9pPr>
          </a:lstStyle>
          <a:p xmlns:a="http://schemas.openxmlformats.org/drawingml/2006/main">
            <a:pPr>
              <a:defRPr sz="2400" b="1">
                <a:solidFill>
                  <a:srgbClr val="FFFFFF"/>
                </a:solidFill>
                <a:latin typeface="NanumGothic"/>
                <a:ea typeface="NanumGothic"/>
                <a:cs typeface="NanumGothic"/>
              </a:defRPr>
            </a:pPr>
            <a:r>
              <a:rPr sz="2400" b="1">
                <a:solidFill>
                  <a:srgbClr val="FFFFFF"/>
                </a:solidFill>
                <a:latin typeface="NanumGothic"/>
                <a:ea typeface="NanumGothic"/>
                <a:cs typeface="NanumGothic"/>
              </a:rPr>
              <a:t>약이음   이전·현재 기록의 차이와 실제 복용을 함께 확인</a:t>
            </a:r>
          </a:p>
        </p:txBody>
      </p:sp>
      <p:sp>
        <p:nvSpPr>
          <p:cNvPr id="7" name="">
            <a:extLst xmlns:a="http://schemas.openxmlformats.org/drawingml/2006/main">
              <a:ext uri="{FF2B5EF4-FFF2-40B4-BE49-F238E27FC236}">
                <a16:creationId xmlns:a16="http://schemas.microsoft.com/office/drawing/2014/main" id="{473BD1C7-9EBA-43D8-8648-EFA355D942F8}"/>
              </a:ext>
            </a:extLst>
          </p:cNvPr>
          <p:cNvSpPr>
            <a:spLocks xmlns:a="http://schemas.openxmlformats.org/drawingml/2006/main" noGrp="1"/>
          </p:cNvSpPr>
          <p:nvPr/>
        </p:nvSpPr>
        <p:spPr>
          <a:xfrm xmlns:a="http://schemas.openxmlformats.org/drawingml/2006/main">
            <a:off x="838200" y="5591175"/>
            <a:ext cx="1051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latin typeface="NanumGothic"/>
                <a:ea typeface="NanumGothic"/>
                <a:cs typeface="NanumGothic"/>
              </a:defRPr>
            </a:defPPr>
            <a:lvl1pPr>
              <a:defRPr sz="1800" b="0">
                <a:solidFill>
                  <a:srgbClr val="FFFFFF"/>
                </a:solidFill>
                <a:latin typeface="NanumGothic"/>
                <a:ea typeface="NanumGothic"/>
                <a:cs typeface="NanumGothic"/>
              </a:defRPr>
            </a:lvl1pPr>
            <a:lvl2pPr>
              <a:defRPr sz="1800" b="0">
                <a:solidFill>
                  <a:srgbClr val="FFFFFF"/>
                </a:solidFill>
                <a:latin typeface="NanumGothic"/>
                <a:ea typeface="NanumGothic"/>
                <a:cs typeface="NanumGothic"/>
              </a:defRPr>
            </a:lvl2pPr>
            <a:lvl3pPr>
              <a:defRPr sz="1800" b="0">
                <a:solidFill>
                  <a:srgbClr val="FFFFFF"/>
                </a:solidFill>
                <a:latin typeface="NanumGothic"/>
                <a:ea typeface="NanumGothic"/>
                <a:cs typeface="NanumGothic"/>
              </a:defRPr>
            </a:lvl3pPr>
            <a:lvl4pPr>
              <a:defRPr sz="1800" b="0">
                <a:solidFill>
                  <a:srgbClr val="FFFFFF"/>
                </a:solidFill>
                <a:latin typeface="NanumGothic"/>
                <a:ea typeface="NanumGothic"/>
                <a:cs typeface="NanumGothic"/>
              </a:defRPr>
            </a:lvl4pPr>
            <a:lvl5pPr>
              <a:defRPr sz="1800" b="0">
                <a:solidFill>
                  <a:srgbClr val="FFFFFF"/>
                </a:solidFill>
                <a:latin typeface="NanumGothic"/>
                <a:ea typeface="NanumGothic"/>
                <a:cs typeface="NanumGothic"/>
              </a:defRPr>
            </a:lvl5pPr>
            <a:lvl6pPr>
              <a:defRPr sz="1800" b="0">
                <a:solidFill>
                  <a:srgbClr val="FFFFFF"/>
                </a:solidFill>
                <a:latin typeface="NanumGothic"/>
                <a:ea typeface="NanumGothic"/>
                <a:cs typeface="NanumGothic"/>
              </a:defRPr>
            </a:lvl6pPr>
            <a:lvl7pPr>
              <a:defRPr sz="1800" b="0">
                <a:solidFill>
                  <a:srgbClr val="FFFFFF"/>
                </a:solidFill>
                <a:latin typeface="NanumGothic"/>
                <a:ea typeface="NanumGothic"/>
                <a:cs typeface="NanumGothic"/>
              </a:defRPr>
            </a:lvl7pPr>
            <a:lvl8pPr>
              <a:defRPr sz="1800" b="0">
                <a:solidFill>
                  <a:srgbClr val="FFFFFF"/>
                </a:solidFill>
                <a:latin typeface="NanumGothic"/>
                <a:ea typeface="NanumGothic"/>
                <a:cs typeface="NanumGothic"/>
              </a:defRPr>
            </a:lvl8pPr>
            <a:lvl9pPr>
              <a:defRPr sz="1800" b="0">
                <a:solidFill>
                  <a:srgbClr val="FFFFFF"/>
                </a:solidFill>
                <a:latin typeface="NanumGothic"/>
                <a:ea typeface="NanumGothic"/>
                <a:cs typeface="NanumGothic"/>
              </a:defRPr>
            </a:lvl9pPr>
          </a:lstStyle>
          <a:p xmlns:a="http://schemas.openxmlformats.org/drawingml/2006/main">
            <a:pPr>
              <a:defRPr sz="1800" b="0">
                <a:solidFill>
                  <a:srgbClr val="FFFFFF"/>
                </a:solidFill>
                <a:latin typeface="NanumGothic"/>
                <a:ea typeface="NanumGothic"/>
                <a:cs typeface="NanumGothic"/>
              </a:defRPr>
            </a:pPr>
            <a:r>
              <a:rPr sz="1800" b="0">
                <a:solidFill>
                  <a:srgbClr val="FFFFFF"/>
                </a:solidFill>
                <a:latin typeface="NanumGothic"/>
                <a:ea typeface="NanumGothic"/>
                <a:cs typeface="NanumGothic"/>
              </a:rPr>
              <a:t>달라진 값 비교  /  지금 먹는지 따로 확인  /  모르는 값은 보류</a:t>
            </a:r>
          </a:p>
        </p:txBody>
      </p:sp>
      <p:sp>
        <p:nvSpPr>
          <p:cNvPr id="8" name="">
            <a:extLst xmlns:a="http://schemas.openxmlformats.org/drawingml/2006/main">
              <a:ext uri="{FF2B5EF4-FFF2-40B4-BE49-F238E27FC236}">
                <a16:creationId xmlns:a16="http://schemas.microsoft.com/office/drawing/2014/main" id="{54874A8C-13D4-4142-BB8D-8B75DDE703AF}"/>
              </a:ext>
            </a:extLst>
          </p:cNvPr>
          <p:cNvSpPr>
            <a:spLocks xmlns:a="http://schemas.openxmlformats.org/drawingml/2006/main" noGrp="1"/>
          </p:cNvSpPr>
          <p:nvPr/>
        </p:nvSpPr>
        <p:spPr>
          <a:xfrm xmlns:a="http://schemas.openxmlformats.org/drawingml/2006/main">
            <a:off x="609600" y="61245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공식 소개 기준의 비교입니다. 경쟁사에 없는 기능이거나 더 우수하다고 검증한 것은 아닙니다.</a:t>
            </a:r>
          </a:p>
        </p:txBody>
      </p:sp>
      <p:sp>
        <p:nvSpPr>
          <p:cNvPr id="9" name="">
            <a:extLst xmlns:a="http://schemas.openxmlformats.org/drawingml/2006/main">
              <a:ext uri="{FF2B5EF4-FFF2-40B4-BE49-F238E27FC236}">
                <a16:creationId xmlns:a16="http://schemas.microsoft.com/office/drawing/2014/main" id="{9D1F6971-6D1A-4298-A2F5-D6D7BE7045C5}"/>
              </a:ext>
            </a:extLst>
          </p:cNvPr>
          <p:cNvSpPr>
            <a:spLocks xmlns:a="http://schemas.openxmlformats.org/drawingml/2006/main" noGrp="1"/>
          </p:cNvSpPr>
          <p:nvPr/>
        </p:nvSpPr>
        <p:spPr>
          <a:xfrm xmlns:a="http://schemas.openxmlformats.org/drawingml/2006/main">
            <a:off x="609600" y="644842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3736D"/>
                </a:solidFill>
                <a:latin typeface="NanumGothic"/>
                <a:ea typeface="NanumGothic"/>
                <a:cs typeface="NanumGothic"/>
              </a:defRPr>
            </a:defPPr>
            <a:lvl1pPr>
              <a:defRPr sz="1125" b="0">
                <a:solidFill>
                  <a:srgbClr val="63736D"/>
                </a:solidFill>
                <a:latin typeface="NanumGothic"/>
                <a:ea typeface="NanumGothic"/>
                <a:cs typeface="NanumGothic"/>
              </a:defRPr>
            </a:lvl1pPr>
            <a:lvl2pPr>
              <a:defRPr sz="1125" b="0">
                <a:solidFill>
                  <a:srgbClr val="63736D"/>
                </a:solidFill>
                <a:latin typeface="NanumGothic"/>
                <a:ea typeface="NanumGothic"/>
                <a:cs typeface="NanumGothic"/>
              </a:defRPr>
            </a:lvl2pPr>
            <a:lvl3pPr>
              <a:defRPr sz="1125" b="0">
                <a:solidFill>
                  <a:srgbClr val="63736D"/>
                </a:solidFill>
                <a:latin typeface="NanumGothic"/>
                <a:ea typeface="NanumGothic"/>
                <a:cs typeface="NanumGothic"/>
              </a:defRPr>
            </a:lvl3pPr>
            <a:lvl4pPr>
              <a:defRPr sz="1125" b="0">
                <a:solidFill>
                  <a:srgbClr val="63736D"/>
                </a:solidFill>
                <a:latin typeface="NanumGothic"/>
                <a:ea typeface="NanumGothic"/>
                <a:cs typeface="NanumGothic"/>
              </a:defRPr>
            </a:lvl4pPr>
            <a:lvl5pPr>
              <a:defRPr sz="1125" b="0">
                <a:solidFill>
                  <a:srgbClr val="63736D"/>
                </a:solidFill>
                <a:latin typeface="NanumGothic"/>
                <a:ea typeface="NanumGothic"/>
                <a:cs typeface="NanumGothic"/>
              </a:defRPr>
            </a:lvl5pPr>
            <a:lvl6pPr>
              <a:defRPr sz="1125" b="0">
                <a:solidFill>
                  <a:srgbClr val="63736D"/>
                </a:solidFill>
                <a:latin typeface="NanumGothic"/>
                <a:ea typeface="NanumGothic"/>
                <a:cs typeface="NanumGothic"/>
              </a:defRPr>
            </a:lvl6pPr>
            <a:lvl7pPr>
              <a:defRPr sz="1125" b="0">
                <a:solidFill>
                  <a:srgbClr val="63736D"/>
                </a:solidFill>
                <a:latin typeface="NanumGothic"/>
                <a:ea typeface="NanumGothic"/>
                <a:cs typeface="NanumGothic"/>
              </a:defRPr>
            </a:lvl7pPr>
            <a:lvl8pPr>
              <a:defRPr sz="1125" b="0">
                <a:solidFill>
                  <a:srgbClr val="63736D"/>
                </a:solidFill>
                <a:latin typeface="NanumGothic"/>
                <a:ea typeface="NanumGothic"/>
                <a:cs typeface="NanumGothic"/>
              </a:defRPr>
            </a:lvl8pPr>
            <a:lvl9pPr>
              <a:defRPr sz="1125" b="0">
                <a:solidFill>
                  <a:srgbClr val="63736D"/>
                </a:solidFill>
                <a:latin typeface="NanumGothic"/>
                <a:ea typeface="NanumGothic"/>
                <a:cs typeface="NanumGothic"/>
              </a:defRPr>
            </a:lvl9pPr>
          </a:lstStyle>
          <a:p xmlns:a="http://schemas.openxmlformats.org/drawingml/2006/main">
            <a:pPr>
              <a:defRPr sz="1125" b="0">
                <a:solidFill>
                  <a:srgbClr val="63736D"/>
                </a:solidFill>
                <a:latin typeface="NanumGothic"/>
                <a:ea typeface="NanumGothic"/>
                <a:cs typeface="NanumGothic"/>
              </a:defRPr>
            </a:pPr>
            <a:r>
              <a:rPr sz="1125" b="0">
                <a:solidFill>
                  <a:srgbClr val="63736D"/>
                </a:solidFill>
                <a:latin typeface="NanumGothic"/>
                <a:ea typeface="NanumGothic"/>
                <a:cs typeface="NanumGothic"/>
              </a:rPr>
              <a:t>출처 [1] HIRA [2] 한국보건의료정보원 [3] 개발사 App Store 소개 · 상세 근거: 부록 4</a:t>
            </a:r>
          </a:p>
        </p:txBody>
      </p:sp>
      <p:sp>
        <p:nvSpPr>
          <p:cNvPr id="10" name="page-number">
            <a:extLst xmlns:a="http://schemas.openxmlformats.org/drawingml/2006/main">
              <a:ext uri="{FF2B5EF4-FFF2-40B4-BE49-F238E27FC236}">
                <a16:creationId xmlns:a16="http://schemas.microsoft.com/office/drawing/2014/main" id="{6145DABA-C404-4F22-8FC5-4A8D07EA131D}"/>
              </a:ext>
            </a:extLst>
          </p:cNvPr>
          <p:cNvSpPr>
            <a:spLocks xmlns:a="http://schemas.openxmlformats.org/drawingml/2006/main" noGrp="1"/>
          </p:cNvSpPr>
          <p:nvPr/>
        </p:nvSpPr>
        <p:spPr>
          <a:xfrm xmlns:a="http://schemas.openxmlformats.org/drawingml/2006/main">
            <a:off x="11049000" y="65532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63736D"/>
                </a:solidFill>
                <a:latin typeface="NanumGothic"/>
                <a:ea typeface="NanumGothic"/>
                <a:cs typeface="NanumGothic"/>
              </a:defRPr>
            </a:defPPr>
            <a:lvl1pPr>
              <a:defRPr sz="1350">
                <a:solidFill>
                  <a:srgbClr val="63736D"/>
                </a:solidFill>
                <a:latin typeface="NanumGothic"/>
                <a:ea typeface="NanumGothic"/>
                <a:cs typeface="NanumGothic"/>
              </a:defRPr>
            </a:lvl1pPr>
            <a:lvl2pPr>
              <a:defRPr sz="1350">
                <a:solidFill>
                  <a:srgbClr val="63736D"/>
                </a:solidFill>
                <a:latin typeface="NanumGothic"/>
                <a:ea typeface="NanumGothic"/>
                <a:cs typeface="NanumGothic"/>
              </a:defRPr>
            </a:lvl2pPr>
            <a:lvl3pPr>
              <a:defRPr sz="1350">
                <a:solidFill>
                  <a:srgbClr val="63736D"/>
                </a:solidFill>
                <a:latin typeface="NanumGothic"/>
                <a:ea typeface="NanumGothic"/>
                <a:cs typeface="NanumGothic"/>
              </a:defRPr>
            </a:lvl3pPr>
            <a:lvl4pPr>
              <a:defRPr sz="1350">
                <a:solidFill>
                  <a:srgbClr val="63736D"/>
                </a:solidFill>
                <a:latin typeface="NanumGothic"/>
                <a:ea typeface="NanumGothic"/>
                <a:cs typeface="NanumGothic"/>
              </a:defRPr>
            </a:lvl4pPr>
            <a:lvl5pPr>
              <a:defRPr sz="1350">
                <a:solidFill>
                  <a:srgbClr val="63736D"/>
                </a:solidFill>
                <a:latin typeface="NanumGothic"/>
                <a:ea typeface="NanumGothic"/>
                <a:cs typeface="NanumGothic"/>
              </a:defRPr>
            </a:lvl5pPr>
            <a:lvl6pPr>
              <a:defRPr sz="1350">
                <a:solidFill>
                  <a:srgbClr val="63736D"/>
                </a:solidFill>
                <a:latin typeface="NanumGothic"/>
                <a:ea typeface="NanumGothic"/>
                <a:cs typeface="NanumGothic"/>
              </a:defRPr>
            </a:lvl6pPr>
            <a:lvl7pPr>
              <a:defRPr sz="1350">
                <a:solidFill>
                  <a:srgbClr val="63736D"/>
                </a:solidFill>
                <a:latin typeface="NanumGothic"/>
                <a:ea typeface="NanumGothic"/>
                <a:cs typeface="NanumGothic"/>
              </a:defRPr>
            </a:lvl7pPr>
            <a:lvl8pPr>
              <a:defRPr sz="1350">
                <a:solidFill>
                  <a:srgbClr val="63736D"/>
                </a:solidFill>
                <a:latin typeface="NanumGothic"/>
                <a:ea typeface="NanumGothic"/>
                <a:cs typeface="NanumGothic"/>
              </a:defRPr>
            </a:lvl8pPr>
            <a:lvl9pPr>
              <a:defRPr sz="1350">
                <a:solidFill>
                  <a:srgbClr val="63736D"/>
                </a:solidFill>
                <a:latin typeface="NanumGothic"/>
                <a:ea typeface="NanumGothic"/>
                <a:cs typeface="NanumGothic"/>
              </a:defRPr>
            </a:lvl9pPr>
          </a:lstStyle>
          <a:p xmlns:a="http://schemas.openxmlformats.org/drawingml/2006/main">
            <a:pPr>
              <a:defRPr sz="1350">
                <a:solidFill>
                  <a:srgbClr val="63736D"/>
                </a:solidFill>
                <a:latin typeface="NanumGothic"/>
                <a:ea typeface="NanumGothic"/>
                <a:cs typeface="NanumGothic"/>
              </a:defRPr>
            </a:pPr>
            <a:r>
              <a:rPr sz="1350">
                <a:solidFill>
                  <a:srgbClr val="63736D"/>
                </a:solidFill>
                <a:latin typeface="NanumGothic"/>
                <a:ea typeface="NanumGothic"/>
                <a:cs typeface="NanumGothic"/>
              </a:rPr>
              <a:t>06</a:t>
            </a:r>
          </a:p>
        </p:txBody>
      </p:sp>
    </p:spTree>
    <p:extLst>
      <p:ext uri="{BB962C8B-B14F-4D97-AF65-F5344CB8AC3E}">
        <p14:creationId xmlns:p14="http://schemas.microsoft.com/office/powerpoint/2010/main" val="604275427"/>
      </p:ext>
    </p:extLst>
  </p:cSld>
</p:sld>
</file>

<file path=ppt/slides/slide7.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text-0">
            <a:extLst xmlns:a="http://schemas.openxmlformats.org/drawingml/2006/main">
              <a:ext uri="{FF2B5EF4-FFF2-40B4-BE49-F238E27FC236}">
                <a16:creationId xmlns:a16="http://schemas.microsoft.com/office/drawing/2014/main" id="{8D0D92E9-49B0-4AFA-A47D-51394EC7CBB1}"/>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173D36"/>
                </a:solidFill>
                <a:latin typeface="NanumGothic"/>
                <a:ea typeface="NanumGothic"/>
                <a:cs typeface="NanumGothic"/>
              </a:defRPr>
            </a:defPPr>
            <a:lvl1pPr>
              <a:defRPr sz="3225" b="1">
                <a:solidFill>
                  <a:srgbClr val="173D36"/>
                </a:solidFill>
                <a:latin typeface="NanumGothic"/>
                <a:ea typeface="NanumGothic"/>
                <a:cs typeface="NanumGothic"/>
              </a:defRPr>
            </a:lvl1pPr>
            <a:lvl2pPr>
              <a:defRPr sz="3225" b="1">
                <a:solidFill>
                  <a:srgbClr val="173D36"/>
                </a:solidFill>
                <a:latin typeface="NanumGothic"/>
                <a:ea typeface="NanumGothic"/>
                <a:cs typeface="NanumGothic"/>
              </a:defRPr>
            </a:lvl2pPr>
            <a:lvl3pPr>
              <a:defRPr sz="3225" b="1">
                <a:solidFill>
                  <a:srgbClr val="173D36"/>
                </a:solidFill>
                <a:latin typeface="NanumGothic"/>
                <a:ea typeface="NanumGothic"/>
                <a:cs typeface="NanumGothic"/>
              </a:defRPr>
            </a:lvl3pPr>
            <a:lvl4pPr>
              <a:defRPr sz="3225" b="1">
                <a:solidFill>
                  <a:srgbClr val="173D36"/>
                </a:solidFill>
                <a:latin typeface="NanumGothic"/>
                <a:ea typeface="NanumGothic"/>
                <a:cs typeface="NanumGothic"/>
              </a:defRPr>
            </a:lvl4pPr>
            <a:lvl5pPr>
              <a:defRPr sz="3225" b="1">
                <a:solidFill>
                  <a:srgbClr val="173D36"/>
                </a:solidFill>
                <a:latin typeface="NanumGothic"/>
                <a:ea typeface="NanumGothic"/>
                <a:cs typeface="NanumGothic"/>
              </a:defRPr>
            </a:lvl5pPr>
            <a:lvl6pPr>
              <a:defRPr sz="3225" b="1">
                <a:solidFill>
                  <a:srgbClr val="173D36"/>
                </a:solidFill>
                <a:latin typeface="NanumGothic"/>
                <a:ea typeface="NanumGothic"/>
                <a:cs typeface="NanumGothic"/>
              </a:defRPr>
            </a:lvl6pPr>
            <a:lvl7pPr>
              <a:defRPr sz="3225" b="1">
                <a:solidFill>
                  <a:srgbClr val="173D36"/>
                </a:solidFill>
                <a:latin typeface="NanumGothic"/>
                <a:ea typeface="NanumGothic"/>
                <a:cs typeface="NanumGothic"/>
              </a:defRPr>
            </a:lvl7pPr>
            <a:lvl8pPr>
              <a:defRPr sz="3225" b="1">
                <a:solidFill>
                  <a:srgbClr val="173D36"/>
                </a:solidFill>
                <a:latin typeface="NanumGothic"/>
                <a:ea typeface="NanumGothic"/>
                <a:cs typeface="NanumGothic"/>
              </a:defRPr>
            </a:lvl8pPr>
            <a:lvl9pPr>
              <a:defRPr sz="3225" b="1">
                <a:solidFill>
                  <a:srgbClr val="173D36"/>
                </a:solidFill>
                <a:latin typeface="NanumGothic"/>
                <a:ea typeface="NanumGothic"/>
                <a:cs typeface="NanumGothic"/>
              </a:defRPr>
            </a:lvl9pPr>
          </a:lstStyle>
          <a:p xmlns:a="http://schemas.openxmlformats.org/drawingml/2006/main">
            <a:pPr>
              <a:defRPr sz="3225" b="1">
                <a:solidFill>
                  <a:srgbClr val="173D36"/>
                </a:solidFill>
                <a:latin typeface="NanumGothic"/>
                <a:ea typeface="NanumGothic"/>
                <a:cs typeface="NanumGothic"/>
              </a:defRPr>
            </a:pPr>
            <a:r>
              <a:rPr sz="3225" b="1">
                <a:solidFill>
                  <a:srgbClr val="173D36"/>
                </a:solidFill>
                <a:latin typeface="NanumGothic"/>
                <a:ea typeface="NanumGothic"/>
                <a:cs typeface="NanumGothic"/>
              </a:rPr>
              <a:t>사진 읽기·약품 확인·비교의 역할을 나눴습니다</a:t>
            </a:r>
          </a:p>
        </p:txBody>
      </p:sp>
      <p:sp>
        <p:nvSpPr>
          <p:cNvPr id="3" name="text-1">
            <a:extLst xmlns:a="http://schemas.openxmlformats.org/drawingml/2006/main">
              <a:ext uri="{FF2B5EF4-FFF2-40B4-BE49-F238E27FC236}">
                <a16:creationId xmlns:a16="http://schemas.microsoft.com/office/drawing/2014/main" id="{0B755F89-1B42-43DA-AD7D-5248C8407A7B}"/>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07</a:t>
            </a:r>
          </a:p>
        </p:txBody>
      </p:sp>
      <p:graphicFrame>
        <p:nvGraphicFramePr>
          <p:cNvPr id="4" name="">
            <a:extLst xmlns:a="http://schemas.openxmlformats.org/drawingml/2006/main">
              <a:ext uri="{FF2B5EF4-FFF2-40B4-BE49-F238E27FC236}">
                <a16:creationId xmlns:a16="http://schemas.microsoft.com/office/drawing/2014/main" id="{BC3434E5-D315-4CEC-8BE9-78C7A3B60105}"/>
              </a:ext>
            </a:extLst>
          </p:cNvPr>
          <p:cNvGraphicFramePr/>
          <p:nvPr/>
        </p:nvGraphicFramePr>
        <p:xfrm>
          <a:off xmlns:a="http://schemas.openxmlformats.org/drawingml/2006/main" x="609600" y="1619250"/>
          <a:ext xmlns:a="http://schemas.openxmlformats.org/drawingml/2006/main" cx="10972800" cy="3619500"/>
        </p:xfrm>
        <a:graphic xmlns:a="http://schemas.openxmlformats.org/drawingml/2006/main">
          <a:graphicData uri="http://schemas.openxmlformats.org/drawingml/2006/table">
            <a:tbl>
              <a:tblPr/>
              <a:tblGrid>
                <a:gridCol w="3000375"/>
                <a:gridCol w="3714750"/>
                <a:gridCol w="4257675"/>
              </a:tblGrid>
              <a:tr h="590550">
                <a:tc>
                  <a:txBody>
                    <a:bodyPr lIns="114300" tIns="114300" rIns="114300" bIns="114300"/>
                    <a:lstStyle/>
                    <a:p>
                      <a:r>
                        <a:rPr sz="1800" b="1">
                          <a:solidFill>
                            <a:srgbClr val="FFFFFF"/>
                          </a:solidFill>
                          <a:latin typeface="NanumGothic"/>
                          <a:ea typeface="NanumGothic"/>
                          <a:cs typeface="NanumGothic"/>
                        </a:rPr>
                        <a:t>하는 일</a:t>
                      </a:r>
                    </a:p>
                  </a:txBody>
                  <a:tcPr marL="91440" marR="91440" marT="45720" marB="45720">
                    <a:lnL w="9525">
                      <a:solidFill>
                        <a:srgbClr val="D4DED7"/>
                      </a:solidFill>
                      <a:prstDash val="solid"/>
                    </a:lnL>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lIns="114300" tIns="114300" rIns="114300" bIns="114300"/>
                    <a:lstStyle/>
                    <a:p>
                      <a:r>
                        <a:rPr sz="1800" b="1">
                          <a:solidFill>
                            <a:srgbClr val="FFFFFF"/>
                          </a:solidFill>
                          <a:latin typeface="NanumGothic"/>
                          <a:ea typeface="NanumGothic"/>
                          <a:cs typeface="NanumGothic"/>
                        </a:rPr>
                        <a:t>담당</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lIns="114300" tIns="114300" rIns="114300" bIns="114300"/>
                    <a:lstStyle/>
                    <a:p>
                      <a:r>
                        <a:rPr sz="1800" b="1">
                          <a:solidFill>
                            <a:srgbClr val="FFFFFF"/>
                          </a:solidFill>
                          <a:latin typeface="NanumGothic"/>
                          <a:ea typeface="NanumGothic"/>
                          <a:cs typeface="NanumGothic"/>
                        </a:rPr>
                        <a:t>처리 내용</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r>
              <a:tr h="723900">
                <a:tc>
                  <a:txBody>
                    <a:bodyPr lIns="114300" tIns="114300" rIns="114300" bIns="114300"/>
                    <a:lstStyle/>
                    <a:p>
                      <a:r>
                        <a:rPr sz="1800" b="0">
                          <a:solidFill>
                            <a:srgbClr val="243F3A"/>
                          </a:solidFill>
                          <a:latin typeface="NanumGothic"/>
                          <a:ea typeface="NanumGothic"/>
                          <a:cs typeface="NanumGothic"/>
                        </a:rPr>
                        <a:t>사진 읽기</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00" b="0">
                          <a:solidFill>
                            <a:srgbClr val="243F3A"/>
                          </a:solidFill>
                          <a:latin typeface="NanumGothic"/>
                          <a:ea typeface="NanumGothic"/>
                          <a:cs typeface="NanumGothic"/>
                        </a:rPr>
                        <a:t>Gemini AI</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00" b="0">
                          <a:solidFill>
                            <a:srgbClr val="243F3A"/>
                          </a:solidFill>
                          <a:latin typeface="NanumGothic"/>
                          <a:ea typeface="NanumGothic"/>
                          <a:cs typeface="NanumGothic"/>
                        </a:rPr>
                        <a:t>사진에서 약 이름·용량 등을 읽음</a:t>
                      </a:r>
                    </a:p>
                  </a:txBody>
                  <a:tcPr marL="91440" marR="91440" marT="45720" marB="45720">
                    <a:lnR w="9525">
                      <a:solidFill>
                        <a:srgbClr val="D4DED7"/>
                      </a:solidFill>
                      <a:prstDash val="solid"/>
                    </a:lnR>
                    <a:lnB w="9525">
                      <a:solidFill>
                        <a:srgbClr val="D4DED7"/>
                      </a:solidFill>
                      <a:prstDash val="solid"/>
                    </a:lnB>
                    <a:solidFill>
                      <a:srgbClr val="FFFFFF"/>
                    </a:solidFill>
                  </a:tcPr>
                </a:tc>
              </a:tr>
              <a:tr h="723900">
                <a:tc>
                  <a:txBody>
                    <a:bodyPr lIns="114300" tIns="114300" rIns="114300" bIns="114300"/>
                    <a:lstStyle/>
                    <a:p>
                      <a:r>
                        <a:rPr sz="1800" b="0">
                          <a:solidFill>
                            <a:srgbClr val="243F3A"/>
                          </a:solidFill>
                          <a:latin typeface="NanumGothic"/>
                          <a:ea typeface="NanumGothic"/>
                          <a:cs typeface="NanumGothic"/>
                        </a:rPr>
                        <a:t>약품 정보 확인</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00" b="0">
                          <a:solidFill>
                            <a:srgbClr val="243F3A"/>
                          </a:solidFill>
                          <a:latin typeface="NanumGothic"/>
                          <a:ea typeface="NanumGothic"/>
                          <a:cs typeface="NanumGothic"/>
                        </a:rPr>
                        <a:t>공식 정보 또는 가상 정보</a:t>
                      </a:r>
                    </a:p>
                  </a:txBody>
                  <a:tcPr marL="91440" marR="91440" marT="45720" marB="45720">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00" b="0">
                          <a:solidFill>
                            <a:srgbClr val="243F3A"/>
                          </a:solidFill>
                          <a:latin typeface="NanumGothic"/>
                          <a:ea typeface="NanumGothic"/>
                          <a:cs typeface="NanumGothic"/>
                        </a:rPr>
                        <a:t>제품·성분·함량을 확인, 불명확하면 보류</a:t>
                      </a:r>
                    </a:p>
                  </a:txBody>
                  <a:tcPr marL="91440" marR="91440" marT="45720" marB="45720">
                    <a:lnR w="9525">
                      <a:solidFill>
                        <a:srgbClr val="D4DED7"/>
                      </a:solidFill>
                      <a:prstDash val="solid"/>
                    </a:lnR>
                    <a:lnB w="9525">
                      <a:solidFill>
                        <a:srgbClr val="D4DED7"/>
                      </a:solidFill>
                      <a:prstDash val="solid"/>
                    </a:lnB>
                    <a:solidFill>
                      <a:srgbClr val="EDF1EB"/>
                    </a:solidFill>
                  </a:tcPr>
                </a:tc>
              </a:tr>
              <a:tr h="723900">
                <a:tc>
                  <a:txBody>
                    <a:bodyPr lIns="114300" tIns="114300" rIns="114300" bIns="114300"/>
                    <a:lstStyle/>
                    <a:p>
                      <a:r>
                        <a:rPr sz="1800" b="0">
                          <a:solidFill>
                            <a:srgbClr val="243F3A"/>
                          </a:solidFill>
                          <a:latin typeface="NanumGothic"/>
                          <a:ea typeface="NanumGothic"/>
                          <a:cs typeface="NanumGothic"/>
                        </a:rPr>
                        <a:t>이전·현재 비교</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00" b="0">
                          <a:solidFill>
                            <a:srgbClr val="243F3A"/>
                          </a:solidFill>
                          <a:latin typeface="NanumGothic"/>
                          <a:ea typeface="NanumGothic"/>
                          <a:cs typeface="NanumGothic"/>
                        </a:rPr>
                        <a:t>비교 규칙</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00" b="0">
                          <a:solidFill>
                            <a:srgbClr val="243F3A"/>
                          </a:solidFill>
                          <a:latin typeface="NanumGothic"/>
                          <a:ea typeface="NanumGothic"/>
                          <a:cs typeface="NanumGothic"/>
                        </a:rPr>
                        <a:t>확인된 항목에서 달라진 값을 찾음</a:t>
                      </a:r>
                    </a:p>
                  </a:txBody>
                  <a:tcPr marL="91440" marR="91440" marT="45720" marB="45720">
                    <a:lnR w="9525">
                      <a:solidFill>
                        <a:srgbClr val="D4DED7"/>
                      </a:solidFill>
                      <a:prstDash val="solid"/>
                    </a:lnR>
                    <a:lnB w="9525">
                      <a:solidFill>
                        <a:srgbClr val="D4DED7"/>
                      </a:solidFill>
                      <a:prstDash val="solid"/>
                    </a:lnB>
                    <a:solidFill>
                      <a:srgbClr val="FFFFFF"/>
                    </a:solidFill>
                  </a:tcPr>
                </a:tc>
              </a:tr>
              <a:tr h="723900">
                <a:tc>
                  <a:txBody>
                    <a:bodyPr lIns="114300" tIns="114300" rIns="114300" bIns="114300"/>
                    <a:lstStyle/>
                    <a:p>
                      <a:r>
                        <a:rPr sz="1800" b="0">
                          <a:solidFill>
                            <a:srgbClr val="243F3A"/>
                          </a:solidFill>
                          <a:latin typeface="NanumGothic"/>
                          <a:ea typeface="NanumGothic"/>
                          <a:cs typeface="NanumGothic"/>
                        </a:rPr>
                        <a:t>내용과 복용 확인</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00" b="0">
                          <a:solidFill>
                            <a:srgbClr val="243F3A"/>
                          </a:solidFill>
                          <a:latin typeface="NanumGothic"/>
                          <a:ea typeface="NanumGothic"/>
                          <a:cs typeface="NanumGothic"/>
                        </a:rPr>
                        <a:t>사용자</a:t>
                      </a:r>
                    </a:p>
                  </a:txBody>
                  <a:tcPr marL="91440" marR="91440" marT="45720" marB="45720">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00" b="0">
                          <a:solidFill>
                            <a:srgbClr val="243F3A"/>
                          </a:solidFill>
                          <a:latin typeface="NanumGothic"/>
                          <a:ea typeface="NanumGothic"/>
                          <a:cs typeface="NanumGothic"/>
                        </a:rPr>
                        <a:t>원본과 대조·수정, 실제 복용 여부 입력</a:t>
                      </a:r>
                    </a:p>
                  </a:txBody>
                  <a:tcPr marL="91440" marR="91440" marT="45720" marB="45720">
                    <a:lnR w="9525">
                      <a:solidFill>
                        <a:srgbClr val="D4DED7"/>
                      </a:solidFill>
                      <a:prstDash val="solid"/>
                    </a:lnR>
                    <a:lnB w="9525">
                      <a:solidFill>
                        <a:srgbClr val="D4DED7"/>
                      </a:solidFill>
                      <a:prstDash val="solid"/>
                    </a:lnB>
                    <a:solidFill>
                      <a:srgbClr val="EDF1EB"/>
                    </a:solidFill>
                  </a:tcPr>
                </a:tc>
              </a:tr>
            </a:tbl>
          </a:graphicData>
        </a:graphic>
      </p:graphicFrame>
      <p:sp>
        <p:nvSpPr>
          <p:cNvPr id="5" name="text-2">
            <a:extLst xmlns:a="http://schemas.openxmlformats.org/drawingml/2006/main">
              <a:ext uri="{FF2B5EF4-FFF2-40B4-BE49-F238E27FC236}">
                <a16:creationId xmlns:a16="http://schemas.microsoft.com/office/drawing/2014/main" id="{4DA2864D-BF56-4519-A3DE-955772C108E8}"/>
              </a:ext>
            </a:extLst>
          </p:cNvPr>
          <p:cNvSpPr>
            <a:spLocks xmlns:a="http://schemas.openxmlformats.org/drawingml/2006/main" noGrp="1"/>
          </p:cNvSpPr>
          <p:nvPr/>
        </p:nvSpPr>
        <p:spPr>
          <a:xfrm xmlns:a="http://schemas.openxmlformats.org/drawingml/2006/main">
            <a:off x="609600" y="55816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575" b="0">
                <a:solidFill>
                  <a:srgbClr val="63736D"/>
                </a:solidFill>
                <a:latin typeface="NanumGothic"/>
                <a:ea typeface="NanumGothic"/>
                <a:cs typeface="NanumGothic"/>
              </a:defRPr>
            </a:defPPr>
            <a:lvl1pPr>
              <a:defRPr sz="1575" b="0">
                <a:solidFill>
                  <a:srgbClr val="63736D"/>
                </a:solidFill>
                <a:latin typeface="NanumGothic"/>
                <a:ea typeface="NanumGothic"/>
                <a:cs typeface="NanumGothic"/>
              </a:defRPr>
            </a:lvl1pPr>
            <a:lvl2pPr>
              <a:defRPr sz="1575" b="0">
                <a:solidFill>
                  <a:srgbClr val="63736D"/>
                </a:solidFill>
                <a:latin typeface="NanumGothic"/>
                <a:ea typeface="NanumGothic"/>
                <a:cs typeface="NanumGothic"/>
              </a:defRPr>
            </a:lvl2pPr>
            <a:lvl3pPr>
              <a:defRPr sz="1575" b="0">
                <a:solidFill>
                  <a:srgbClr val="63736D"/>
                </a:solidFill>
                <a:latin typeface="NanumGothic"/>
                <a:ea typeface="NanumGothic"/>
                <a:cs typeface="NanumGothic"/>
              </a:defRPr>
            </a:lvl3pPr>
            <a:lvl4pPr>
              <a:defRPr sz="1575" b="0">
                <a:solidFill>
                  <a:srgbClr val="63736D"/>
                </a:solidFill>
                <a:latin typeface="NanumGothic"/>
                <a:ea typeface="NanumGothic"/>
                <a:cs typeface="NanumGothic"/>
              </a:defRPr>
            </a:lvl4pPr>
            <a:lvl5pPr>
              <a:defRPr sz="1575" b="0">
                <a:solidFill>
                  <a:srgbClr val="63736D"/>
                </a:solidFill>
                <a:latin typeface="NanumGothic"/>
                <a:ea typeface="NanumGothic"/>
                <a:cs typeface="NanumGothic"/>
              </a:defRPr>
            </a:lvl5pPr>
            <a:lvl6pPr>
              <a:defRPr sz="1575" b="0">
                <a:solidFill>
                  <a:srgbClr val="63736D"/>
                </a:solidFill>
                <a:latin typeface="NanumGothic"/>
                <a:ea typeface="NanumGothic"/>
                <a:cs typeface="NanumGothic"/>
              </a:defRPr>
            </a:lvl6pPr>
            <a:lvl7pPr>
              <a:defRPr sz="1575" b="0">
                <a:solidFill>
                  <a:srgbClr val="63736D"/>
                </a:solidFill>
                <a:latin typeface="NanumGothic"/>
                <a:ea typeface="NanumGothic"/>
                <a:cs typeface="NanumGothic"/>
              </a:defRPr>
            </a:lvl7pPr>
            <a:lvl8pPr>
              <a:defRPr sz="1575" b="0">
                <a:solidFill>
                  <a:srgbClr val="63736D"/>
                </a:solidFill>
                <a:latin typeface="NanumGothic"/>
                <a:ea typeface="NanumGothic"/>
                <a:cs typeface="NanumGothic"/>
              </a:defRPr>
            </a:lvl8pPr>
            <a:lvl9pPr>
              <a:defRPr sz="1575" b="0">
                <a:solidFill>
                  <a:srgbClr val="63736D"/>
                </a:solidFill>
                <a:latin typeface="NanumGothic"/>
                <a:ea typeface="NanumGothic"/>
                <a:cs typeface="NanumGothic"/>
              </a:defRPr>
            </a:lvl9pPr>
          </a:lstStyle>
          <a:p xmlns:a="http://schemas.openxmlformats.org/drawingml/2006/main">
            <a:pPr>
              <a:defRPr sz="1575" b="0">
                <a:solidFill>
                  <a:srgbClr val="63736D"/>
                </a:solidFill>
                <a:latin typeface="NanumGothic"/>
                <a:ea typeface="NanumGothic"/>
                <a:cs typeface="NanumGothic"/>
              </a:defRPr>
            </a:pPr>
            <a:r>
              <a:rPr sz="1575" b="0">
                <a:solidFill>
                  <a:srgbClr val="63736D"/>
                </a:solidFill>
                <a:latin typeface="NanumGothic"/>
                <a:ea typeface="NanumGothic"/>
                <a:cs typeface="NanumGothic"/>
              </a:rPr>
              <a:t>사용 화면: React·TypeScript   /   서버: FastAPI·Python   /   저장: PostgreSQL</a:t>
            </a:r>
          </a:p>
        </p:txBody>
      </p:sp>
      <p:sp>
        <p:nvSpPr>
          <p:cNvPr id="6" name="">
            <a:extLst xmlns:a="http://schemas.openxmlformats.org/drawingml/2006/main">
              <a:ext uri="{FF2B5EF4-FFF2-40B4-BE49-F238E27FC236}">
                <a16:creationId xmlns:a16="http://schemas.microsoft.com/office/drawing/2014/main" id="{E5C4EBB5-C7C9-4FE7-B078-EA7FFB1F9481}"/>
              </a:ext>
            </a:extLst>
          </p:cNvPr>
          <p:cNvSpPr>
            <a:spLocks xmlns:a="http://schemas.openxmlformats.org/drawingml/2006/main" noGrp="1"/>
          </p:cNvSpPr>
          <p:nvPr/>
        </p:nvSpPr>
        <p:spPr>
          <a:xfrm xmlns:a="http://schemas.openxmlformats.org/drawingml/2006/main">
            <a:off x="609600" y="60960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63736D"/>
                </a:solidFill>
                <a:latin typeface="NanumGothic"/>
                <a:ea typeface="NanumGothic"/>
                <a:cs typeface="NanumGothic"/>
              </a:defRPr>
            </a:defPPr>
            <a:lvl1pPr>
              <a:defRPr sz="1650" b="0">
                <a:solidFill>
                  <a:srgbClr val="63736D"/>
                </a:solidFill>
                <a:latin typeface="NanumGothic"/>
                <a:ea typeface="NanumGothic"/>
                <a:cs typeface="NanumGothic"/>
              </a:defRPr>
            </a:lvl1pPr>
            <a:lvl2pPr>
              <a:defRPr sz="1650" b="0">
                <a:solidFill>
                  <a:srgbClr val="63736D"/>
                </a:solidFill>
                <a:latin typeface="NanumGothic"/>
                <a:ea typeface="NanumGothic"/>
                <a:cs typeface="NanumGothic"/>
              </a:defRPr>
            </a:lvl2pPr>
            <a:lvl3pPr>
              <a:defRPr sz="1650" b="0">
                <a:solidFill>
                  <a:srgbClr val="63736D"/>
                </a:solidFill>
                <a:latin typeface="NanumGothic"/>
                <a:ea typeface="NanumGothic"/>
                <a:cs typeface="NanumGothic"/>
              </a:defRPr>
            </a:lvl3pPr>
            <a:lvl4pPr>
              <a:defRPr sz="1650" b="0">
                <a:solidFill>
                  <a:srgbClr val="63736D"/>
                </a:solidFill>
                <a:latin typeface="NanumGothic"/>
                <a:ea typeface="NanumGothic"/>
                <a:cs typeface="NanumGothic"/>
              </a:defRPr>
            </a:lvl4pPr>
            <a:lvl5pPr>
              <a:defRPr sz="1650" b="0">
                <a:solidFill>
                  <a:srgbClr val="63736D"/>
                </a:solidFill>
                <a:latin typeface="NanumGothic"/>
                <a:ea typeface="NanumGothic"/>
                <a:cs typeface="NanumGothic"/>
              </a:defRPr>
            </a:lvl5pPr>
            <a:lvl6pPr>
              <a:defRPr sz="1650" b="0">
                <a:solidFill>
                  <a:srgbClr val="63736D"/>
                </a:solidFill>
                <a:latin typeface="NanumGothic"/>
                <a:ea typeface="NanumGothic"/>
                <a:cs typeface="NanumGothic"/>
              </a:defRPr>
            </a:lvl6pPr>
            <a:lvl7pPr>
              <a:defRPr sz="1650" b="0">
                <a:solidFill>
                  <a:srgbClr val="63736D"/>
                </a:solidFill>
                <a:latin typeface="NanumGothic"/>
                <a:ea typeface="NanumGothic"/>
                <a:cs typeface="NanumGothic"/>
              </a:defRPr>
            </a:lvl7pPr>
            <a:lvl8pPr>
              <a:defRPr sz="1650" b="0">
                <a:solidFill>
                  <a:srgbClr val="63736D"/>
                </a:solidFill>
                <a:latin typeface="NanumGothic"/>
                <a:ea typeface="NanumGothic"/>
                <a:cs typeface="NanumGothic"/>
              </a:defRPr>
            </a:lvl8pPr>
            <a:lvl9pPr>
              <a:defRPr sz="1650" b="0">
                <a:solidFill>
                  <a:srgbClr val="63736D"/>
                </a:solidFill>
                <a:latin typeface="NanumGothic"/>
                <a:ea typeface="NanumGothic"/>
                <a:cs typeface="NanumGothic"/>
              </a:defRPr>
            </a:lvl9pPr>
          </a:lstStyle>
          <a:p xmlns:a="http://schemas.openxmlformats.org/drawingml/2006/main">
            <a:pPr>
              <a:defRPr sz="1650" b="0">
                <a:solidFill>
                  <a:srgbClr val="63736D"/>
                </a:solidFill>
                <a:latin typeface="NanumGothic"/>
                <a:ea typeface="NanumGothic"/>
                <a:cs typeface="NanumGothic"/>
              </a:defRPr>
            </a:pPr>
            <a:r>
              <a:rPr sz="1650" b="0">
                <a:solidFill>
                  <a:srgbClr val="63736D"/>
                </a:solidFill>
                <a:latin typeface="NanumGothic"/>
                <a:ea typeface="NanumGothic"/>
                <a:cs typeface="NanumGothic"/>
              </a:rPr>
              <a:t>시연용 가상 응답: 외부 서비스를 새로 부르지 않고, 준비한 시험 값을 돌려주는 방식</a:t>
            </a:r>
          </a:p>
        </p:txBody>
      </p:sp>
    </p:spTree>
    <p:extLst>
      <p:ext uri="{BB962C8B-B14F-4D97-AF65-F5344CB8AC3E}">
        <p14:creationId xmlns:p14="http://schemas.microsoft.com/office/powerpoint/2010/main" val="2028816201"/>
      </p:ext>
    </p:extLst>
  </p:cSld>
</p:sld>
</file>

<file path=ppt/slides/slide8.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4932FCAC-02A5-4BD3-8D1E-D4C255A328C9}"/>
              </a:ext>
            </a:extLst>
          </p:cNvPr>
          <p:cNvSpPr>
            <a:spLocks xmlns:a="http://schemas.openxmlformats.org/drawingml/2006/main" noGrp="1"/>
          </p:cNvSpPr>
          <p:nvPr/>
        </p:nvSpPr>
        <p:spPr>
          <a:xfrm xmlns:a="http://schemas.openxmlformats.org/drawingml/2006/main">
            <a:off x="609600" y="514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73D36"/>
                </a:solidFill>
                <a:latin typeface="NanumGothic"/>
                <a:ea typeface="NanumGothic"/>
                <a:cs typeface="NanumGothic"/>
              </a:defRPr>
            </a:defPPr>
            <a:lvl1pPr>
              <a:defRPr sz="3150" b="1">
                <a:solidFill>
                  <a:srgbClr val="173D36"/>
                </a:solidFill>
                <a:latin typeface="NanumGothic"/>
                <a:ea typeface="NanumGothic"/>
                <a:cs typeface="NanumGothic"/>
              </a:defRPr>
            </a:lvl1pPr>
            <a:lvl2pPr>
              <a:defRPr sz="3150" b="1">
                <a:solidFill>
                  <a:srgbClr val="173D36"/>
                </a:solidFill>
                <a:latin typeface="NanumGothic"/>
                <a:ea typeface="NanumGothic"/>
                <a:cs typeface="NanumGothic"/>
              </a:defRPr>
            </a:lvl2pPr>
            <a:lvl3pPr>
              <a:defRPr sz="3150" b="1">
                <a:solidFill>
                  <a:srgbClr val="173D36"/>
                </a:solidFill>
                <a:latin typeface="NanumGothic"/>
                <a:ea typeface="NanumGothic"/>
                <a:cs typeface="NanumGothic"/>
              </a:defRPr>
            </a:lvl3pPr>
            <a:lvl4pPr>
              <a:defRPr sz="3150" b="1">
                <a:solidFill>
                  <a:srgbClr val="173D36"/>
                </a:solidFill>
                <a:latin typeface="NanumGothic"/>
                <a:ea typeface="NanumGothic"/>
                <a:cs typeface="NanumGothic"/>
              </a:defRPr>
            </a:lvl4pPr>
            <a:lvl5pPr>
              <a:defRPr sz="3150" b="1">
                <a:solidFill>
                  <a:srgbClr val="173D36"/>
                </a:solidFill>
                <a:latin typeface="NanumGothic"/>
                <a:ea typeface="NanumGothic"/>
                <a:cs typeface="NanumGothic"/>
              </a:defRPr>
            </a:lvl5pPr>
            <a:lvl6pPr>
              <a:defRPr sz="3150" b="1">
                <a:solidFill>
                  <a:srgbClr val="173D36"/>
                </a:solidFill>
                <a:latin typeface="NanumGothic"/>
                <a:ea typeface="NanumGothic"/>
                <a:cs typeface="NanumGothic"/>
              </a:defRPr>
            </a:lvl6pPr>
            <a:lvl7pPr>
              <a:defRPr sz="3150" b="1">
                <a:solidFill>
                  <a:srgbClr val="173D36"/>
                </a:solidFill>
                <a:latin typeface="NanumGothic"/>
                <a:ea typeface="NanumGothic"/>
                <a:cs typeface="NanumGothic"/>
              </a:defRPr>
            </a:lvl7pPr>
            <a:lvl8pPr>
              <a:defRPr sz="3150" b="1">
                <a:solidFill>
                  <a:srgbClr val="173D36"/>
                </a:solidFill>
                <a:latin typeface="NanumGothic"/>
                <a:ea typeface="NanumGothic"/>
                <a:cs typeface="NanumGothic"/>
              </a:defRPr>
            </a:lvl8pPr>
            <a:lvl9pPr>
              <a:defRPr sz="3150" b="1">
                <a:solidFill>
                  <a:srgbClr val="173D36"/>
                </a:solidFill>
                <a:latin typeface="NanumGothic"/>
                <a:ea typeface="NanumGothic"/>
                <a:cs typeface="NanumGothic"/>
              </a:defRPr>
            </a:lvl9pPr>
          </a:lstStyle>
          <a:p xmlns:a="http://schemas.openxmlformats.org/drawingml/2006/main">
            <a:pPr>
              <a:defRPr sz="3150" b="1">
                <a:solidFill>
                  <a:srgbClr val="173D36"/>
                </a:solidFill>
                <a:latin typeface="NanumGothic"/>
                <a:ea typeface="NanumGothic"/>
                <a:cs typeface="NanumGothic"/>
              </a:defRPr>
            </a:pPr>
            <a:r>
              <a:rPr sz="3150" b="1">
                <a:solidFill>
                  <a:srgbClr val="173D36"/>
                </a:solidFill>
                <a:latin typeface="NanumGothic"/>
                <a:ea typeface="NanumGothic"/>
                <a:cs typeface="NanumGothic"/>
              </a:rPr>
              <a:t>기록이 달라진 것과 지금 먹는지는 다릅니다</a:t>
            </a:r>
          </a:p>
        </p:txBody>
      </p:sp>
      <p:sp>
        <p:nvSpPr>
          <p:cNvPr id="3" name="">
            <a:extLst xmlns:a="http://schemas.openxmlformats.org/drawingml/2006/main">
              <a:ext uri="{FF2B5EF4-FFF2-40B4-BE49-F238E27FC236}">
                <a16:creationId xmlns:a16="http://schemas.microsoft.com/office/drawing/2014/main" id="{C1021D09-796D-4619-896A-62E0F44CA4A8}"/>
              </a:ext>
            </a:extLst>
          </p:cNvPr>
          <p:cNvSpPr>
            <a:spLocks xmlns:a="http://schemas.openxmlformats.org/drawingml/2006/main" noGrp="1"/>
          </p:cNvSpPr>
          <p:nvPr/>
        </p:nvSpPr>
        <p:spPr>
          <a:xfrm xmlns:a="http://schemas.openxmlformats.org/drawingml/2006/main">
            <a:off x="609600" y="18669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D36"/>
                </a:solidFill>
                <a:latin typeface="NanumGothic"/>
                <a:ea typeface="NanumGothic"/>
                <a:cs typeface="NanumGothic"/>
              </a:defRPr>
            </a:defPPr>
            <a:lvl1pPr>
              <a:defRPr sz="2400" b="1">
                <a:solidFill>
                  <a:srgbClr val="173D36"/>
                </a:solidFill>
                <a:latin typeface="NanumGothic"/>
                <a:ea typeface="NanumGothic"/>
                <a:cs typeface="NanumGothic"/>
              </a:defRPr>
            </a:lvl1pPr>
            <a:lvl2pPr>
              <a:defRPr sz="2400" b="1">
                <a:solidFill>
                  <a:srgbClr val="173D36"/>
                </a:solidFill>
                <a:latin typeface="NanumGothic"/>
                <a:ea typeface="NanumGothic"/>
                <a:cs typeface="NanumGothic"/>
              </a:defRPr>
            </a:lvl2pPr>
            <a:lvl3pPr>
              <a:defRPr sz="2400" b="1">
                <a:solidFill>
                  <a:srgbClr val="173D36"/>
                </a:solidFill>
                <a:latin typeface="NanumGothic"/>
                <a:ea typeface="NanumGothic"/>
                <a:cs typeface="NanumGothic"/>
              </a:defRPr>
            </a:lvl3pPr>
            <a:lvl4pPr>
              <a:defRPr sz="2400" b="1">
                <a:solidFill>
                  <a:srgbClr val="173D36"/>
                </a:solidFill>
                <a:latin typeface="NanumGothic"/>
                <a:ea typeface="NanumGothic"/>
                <a:cs typeface="NanumGothic"/>
              </a:defRPr>
            </a:lvl4pPr>
            <a:lvl5pPr>
              <a:defRPr sz="2400" b="1">
                <a:solidFill>
                  <a:srgbClr val="173D36"/>
                </a:solidFill>
                <a:latin typeface="NanumGothic"/>
                <a:ea typeface="NanumGothic"/>
                <a:cs typeface="NanumGothic"/>
              </a:defRPr>
            </a:lvl5pPr>
            <a:lvl6pPr>
              <a:defRPr sz="2400" b="1">
                <a:solidFill>
                  <a:srgbClr val="173D36"/>
                </a:solidFill>
                <a:latin typeface="NanumGothic"/>
                <a:ea typeface="NanumGothic"/>
                <a:cs typeface="NanumGothic"/>
              </a:defRPr>
            </a:lvl6pPr>
            <a:lvl7pPr>
              <a:defRPr sz="2400" b="1">
                <a:solidFill>
                  <a:srgbClr val="173D36"/>
                </a:solidFill>
                <a:latin typeface="NanumGothic"/>
                <a:ea typeface="NanumGothic"/>
                <a:cs typeface="NanumGothic"/>
              </a:defRPr>
            </a:lvl7pPr>
            <a:lvl8pPr>
              <a:defRPr sz="2400" b="1">
                <a:solidFill>
                  <a:srgbClr val="173D36"/>
                </a:solidFill>
                <a:latin typeface="NanumGothic"/>
                <a:ea typeface="NanumGothic"/>
                <a:cs typeface="NanumGothic"/>
              </a:defRPr>
            </a:lvl8pPr>
            <a:lvl9pPr>
              <a:defRPr sz="2400" b="1">
                <a:solidFill>
                  <a:srgbClr val="173D36"/>
                </a:solidFill>
                <a:latin typeface="NanumGothic"/>
                <a:ea typeface="NanumGothic"/>
                <a:cs typeface="NanumGothic"/>
              </a:defRPr>
            </a:lvl9pPr>
          </a:lstStyle>
          <a:p xmlns:a="http://schemas.openxmlformats.org/drawingml/2006/main">
            <a:pPr>
              <a:defRPr sz="2400" b="1">
                <a:solidFill>
                  <a:srgbClr val="173D36"/>
                </a:solidFill>
                <a:latin typeface="NanumGothic"/>
                <a:ea typeface="NanumGothic"/>
                <a:cs typeface="NanumGothic"/>
              </a:defRPr>
            </a:pPr>
            <a:r>
              <a:rPr sz="2400" b="1">
                <a:solidFill>
                  <a:srgbClr val="173D36"/>
                </a:solidFill>
                <a:latin typeface="NanumGothic"/>
                <a:ea typeface="NanumGothic"/>
                <a:cs typeface="NanumGothic"/>
              </a:rPr>
              <a:t>기록 비교</a:t>
            </a:r>
          </a:p>
        </p:txBody>
      </p:sp>
      <p:sp>
        <p:nvSpPr>
          <p:cNvPr id="4" name="">
            <a:extLst xmlns:a="http://schemas.openxmlformats.org/drawingml/2006/main">
              <a:ext uri="{FF2B5EF4-FFF2-40B4-BE49-F238E27FC236}">
                <a16:creationId xmlns:a16="http://schemas.microsoft.com/office/drawing/2014/main" id="{F379952E-660E-4958-8259-5E23666AD4FB}"/>
              </a:ext>
            </a:extLst>
          </p:cNvPr>
          <p:cNvSpPr>
            <a:spLocks xmlns:a="http://schemas.openxmlformats.org/drawingml/2006/main" noGrp="1"/>
          </p:cNvSpPr>
          <p:nvPr/>
        </p:nvSpPr>
        <p:spPr>
          <a:xfrm xmlns:a="http://schemas.openxmlformats.org/drawingml/2006/main">
            <a:off x="609600" y="27051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A36835"/>
                </a:solidFill>
                <a:latin typeface="NanumGothic"/>
                <a:ea typeface="NanumGothic"/>
                <a:cs typeface="NanumGothic"/>
              </a:defRPr>
            </a:defPPr>
            <a:lvl1pPr>
              <a:defRPr sz="4950" b="1">
                <a:solidFill>
                  <a:srgbClr val="A36835"/>
                </a:solidFill>
                <a:latin typeface="NanumGothic"/>
                <a:ea typeface="NanumGothic"/>
                <a:cs typeface="NanumGothic"/>
              </a:defRPr>
            </a:lvl1pPr>
            <a:lvl2pPr>
              <a:defRPr sz="4950" b="1">
                <a:solidFill>
                  <a:srgbClr val="A36835"/>
                </a:solidFill>
                <a:latin typeface="NanumGothic"/>
                <a:ea typeface="NanumGothic"/>
                <a:cs typeface="NanumGothic"/>
              </a:defRPr>
            </a:lvl2pPr>
            <a:lvl3pPr>
              <a:defRPr sz="4950" b="1">
                <a:solidFill>
                  <a:srgbClr val="A36835"/>
                </a:solidFill>
                <a:latin typeface="NanumGothic"/>
                <a:ea typeface="NanumGothic"/>
                <a:cs typeface="NanumGothic"/>
              </a:defRPr>
            </a:lvl3pPr>
            <a:lvl4pPr>
              <a:defRPr sz="4950" b="1">
                <a:solidFill>
                  <a:srgbClr val="A36835"/>
                </a:solidFill>
                <a:latin typeface="NanumGothic"/>
                <a:ea typeface="NanumGothic"/>
                <a:cs typeface="NanumGothic"/>
              </a:defRPr>
            </a:lvl4pPr>
            <a:lvl5pPr>
              <a:defRPr sz="4950" b="1">
                <a:solidFill>
                  <a:srgbClr val="A36835"/>
                </a:solidFill>
                <a:latin typeface="NanumGothic"/>
                <a:ea typeface="NanumGothic"/>
                <a:cs typeface="NanumGothic"/>
              </a:defRPr>
            </a:lvl5pPr>
            <a:lvl6pPr>
              <a:defRPr sz="4950" b="1">
                <a:solidFill>
                  <a:srgbClr val="A36835"/>
                </a:solidFill>
                <a:latin typeface="NanumGothic"/>
                <a:ea typeface="NanumGothic"/>
                <a:cs typeface="NanumGothic"/>
              </a:defRPr>
            </a:lvl6pPr>
            <a:lvl7pPr>
              <a:defRPr sz="4950" b="1">
                <a:solidFill>
                  <a:srgbClr val="A36835"/>
                </a:solidFill>
                <a:latin typeface="NanumGothic"/>
                <a:ea typeface="NanumGothic"/>
                <a:cs typeface="NanumGothic"/>
              </a:defRPr>
            </a:lvl7pPr>
            <a:lvl8pPr>
              <a:defRPr sz="4950" b="1">
                <a:solidFill>
                  <a:srgbClr val="A36835"/>
                </a:solidFill>
                <a:latin typeface="NanumGothic"/>
                <a:ea typeface="NanumGothic"/>
                <a:cs typeface="NanumGothic"/>
              </a:defRPr>
            </a:lvl8pPr>
            <a:lvl9pPr>
              <a:defRPr sz="4950" b="1">
                <a:solidFill>
                  <a:srgbClr val="A36835"/>
                </a:solidFill>
                <a:latin typeface="NanumGothic"/>
                <a:ea typeface="NanumGothic"/>
                <a:cs typeface="NanumGothic"/>
              </a:defRPr>
            </a:lvl9pPr>
          </a:lstStyle>
          <a:p xmlns:a="http://schemas.openxmlformats.org/drawingml/2006/main">
            <a:pPr>
              <a:defRPr sz="4950" b="1">
                <a:solidFill>
                  <a:srgbClr val="A36835"/>
                </a:solidFill>
                <a:latin typeface="NanumGothic"/>
                <a:ea typeface="NanumGothic"/>
                <a:cs typeface="NanumGothic"/>
              </a:defRPr>
            </a:pPr>
            <a:r>
              <a:rPr sz="4950" b="1">
                <a:solidFill>
                  <a:srgbClr val="A36835"/>
                </a:solidFill>
                <a:latin typeface="NanumGothic"/>
                <a:ea typeface="NanumGothic"/>
                <a:cs typeface="NanumGothic"/>
              </a:rPr>
              <a:t>1정 → 2정</a:t>
            </a:r>
          </a:p>
        </p:txBody>
      </p:sp>
      <p:sp>
        <p:nvSpPr>
          <p:cNvPr id="5" name="">
            <a:extLst xmlns:a="http://schemas.openxmlformats.org/drawingml/2006/main">
              <a:ext uri="{FF2B5EF4-FFF2-40B4-BE49-F238E27FC236}">
                <a16:creationId xmlns:a16="http://schemas.microsoft.com/office/drawing/2014/main" id="{2225D207-5BEC-4A9F-B92F-F080FFA3AEB3}"/>
              </a:ext>
            </a:extLst>
          </p:cNvPr>
          <p:cNvSpPr>
            <a:spLocks xmlns:a="http://schemas.openxmlformats.org/drawingml/2006/main" noGrp="1"/>
          </p:cNvSpPr>
          <p:nvPr/>
        </p:nvSpPr>
        <p:spPr>
          <a:xfrm xmlns:a="http://schemas.openxmlformats.org/drawingml/2006/main">
            <a:off x="609600" y="3905250"/>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43F3A"/>
                </a:solidFill>
                <a:latin typeface="NanumGothic"/>
                <a:ea typeface="NanumGothic"/>
                <a:cs typeface="NanumGothic"/>
              </a:defRPr>
            </a:defPPr>
            <a:lvl1pPr>
              <a:defRPr sz="2175" b="0">
                <a:solidFill>
                  <a:srgbClr val="243F3A"/>
                </a:solidFill>
                <a:latin typeface="NanumGothic"/>
                <a:ea typeface="NanumGothic"/>
                <a:cs typeface="NanumGothic"/>
              </a:defRPr>
            </a:lvl1pPr>
            <a:lvl2pPr>
              <a:defRPr sz="2175" b="0">
                <a:solidFill>
                  <a:srgbClr val="243F3A"/>
                </a:solidFill>
                <a:latin typeface="NanumGothic"/>
                <a:ea typeface="NanumGothic"/>
                <a:cs typeface="NanumGothic"/>
              </a:defRPr>
            </a:lvl2pPr>
            <a:lvl3pPr>
              <a:defRPr sz="2175" b="0">
                <a:solidFill>
                  <a:srgbClr val="243F3A"/>
                </a:solidFill>
                <a:latin typeface="NanumGothic"/>
                <a:ea typeface="NanumGothic"/>
                <a:cs typeface="NanumGothic"/>
              </a:defRPr>
            </a:lvl3pPr>
            <a:lvl4pPr>
              <a:defRPr sz="2175" b="0">
                <a:solidFill>
                  <a:srgbClr val="243F3A"/>
                </a:solidFill>
                <a:latin typeface="NanumGothic"/>
                <a:ea typeface="NanumGothic"/>
                <a:cs typeface="NanumGothic"/>
              </a:defRPr>
            </a:lvl4pPr>
            <a:lvl5pPr>
              <a:defRPr sz="2175" b="0">
                <a:solidFill>
                  <a:srgbClr val="243F3A"/>
                </a:solidFill>
                <a:latin typeface="NanumGothic"/>
                <a:ea typeface="NanumGothic"/>
                <a:cs typeface="NanumGothic"/>
              </a:defRPr>
            </a:lvl5pPr>
            <a:lvl6pPr>
              <a:defRPr sz="2175" b="0">
                <a:solidFill>
                  <a:srgbClr val="243F3A"/>
                </a:solidFill>
                <a:latin typeface="NanumGothic"/>
                <a:ea typeface="NanumGothic"/>
                <a:cs typeface="NanumGothic"/>
              </a:defRPr>
            </a:lvl6pPr>
            <a:lvl7pPr>
              <a:defRPr sz="2175" b="0">
                <a:solidFill>
                  <a:srgbClr val="243F3A"/>
                </a:solidFill>
                <a:latin typeface="NanumGothic"/>
                <a:ea typeface="NanumGothic"/>
                <a:cs typeface="NanumGothic"/>
              </a:defRPr>
            </a:lvl7pPr>
            <a:lvl8pPr>
              <a:defRPr sz="2175" b="0">
                <a:solidFill>
                  <a:srgbClr val="243F3A"/>
                </a:solidFill>
                <a:latin typeface="NanumGothic"/>
                <a:ea typeface="NanumGothic"/>
                <a:cs typeface="NanumGothic"/>
              </a:defRPr>
            </a:lvl8pPr>
            <a:lvl9pPr>
              <a:defRPr sz="2175" b="0">
                <a:solidFill>
                  <a:srgbClr val="243F3A"/>
                </a:solidFill>
                <a:latin typeface="NanumGothic"/>
                <a:ea typeface="NanumGothic"/>
                <a:cs typeface="NanumGothic"/>
              </a:defRPr>
            </a:lvl9pPr>
          </a:lstStyle>
          <a:p xmlns:a="http://schemas.openxmlformats.org/drawingml/2006/main">
            <a:pPr>
              <a:defRPr sz="2175" b="0">
                <a:solidFill>
                  <a:srgbClr val="243F3A"/>
                </a:solidFill>
                <a:latin typeface="NanumGothic"/>
                <a:ea typeface="NanumGothic"/>
                <a:cs typeface="NanumGothic"/>
              </a:defRPr>
            </a:pPr>
            <a:r>
              <a:rPr sz="2175" b="0">
                <a:solidFill>
                  <a:srgbClr val="243F3A"/>
                </a:solidFill>
                <a:latin typeface="NanumGothic"/>
                <a:ea typeface="NanumGothic"/>
                <a:cs typeface="NanumGothic"/>
              </a:rPr>
              <a:t>한 알의 성분량은 100 mg으로 같음</a:t>
            </a:r>
          </a:p>
          <a:p xmlns:a="http://schemas.openxmlformats.org/drawingml/2006/main">
            <a:pPr>
              <a:defRPr sz="2175" b="0">
                <a:solidFill>
                  <a:srgbClr val="243F3A"/>
                </a:solidFill>
                <a:latin typeface="NanumGothic"/>
                <a:ea typeface="NanumGothic"/>
                <a:cs typeface="NanumGothic"/>
              </a:defRPr>
            </a:pPr>
            <a:r>
              <a:rPr sz="2175" b="0">
                <a:solidFill>
                  <a:srgbClr val="243F3A"/>
                </a:solidFill>
                <a:latin typeface="NanumGothic"/>
                <a:ea typeface="NanumGothic"/>
                <a:cs typeface="NanumGothic"/>
              </a:rPr>
              <a:t>달라진 값: 한 번에 먹는 양</a:t>
            </a:r>
          </a:p>
        </p:txBody>
      </p:sp>
      <p:sp>
        <p:nvSpPr>
          <p:cNvPr id="6" name="">
            <a:extLst xmlns:a="http://schemas.openxmlformats.org/drawingml/2006/main">
              <a:ext uri="{FF2B5EF4-FFF2-40B4-BE49-F238E27FC236}">
                <a16:creationId xmlns:a16="http://schemas.microsoft.com/office/drawing/2014/main" id="{87BA414E-1B0F-4201-8118-8E975BE80A19}"/>
              </a:ext>
            </a:extLst>
          </p:cNvPr>
          <p:cNvSpPr>
            <a:spLocks xmlns:a="http://schemas.openxmlformats.org/drawingml/2006/main" noGrp="1"/>
          </p:cNvSpPr>
          <p:nvPr/>
        </p:nvSpPr>
        <p:spPr>
          <a:xfrm xmlns:a="http://schemas.openxmlformats.org/drawingml/2006/main">
            <a:off x="6172200" y="1809750"/>
            <a:ext cx="19050" cy="3143250"/>
          </a:xfrm>
          <a:prstGeom xmlns:a="http://schemas.openxmlformats.org/drawingml/2006/main" prst="rect">
            <a:avLst/>
          </a:prstGeom>
          <a:solidFill xmlns:a="http://schemas.openxmlformats.org/drawingml/2006/main">
            <a:srgbClr val="D4DED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F89F773-88F6-4F0D-8E9B-856C63117379}"/>
              </a:ext>
            </a:extLst>
          </p:cNvPr>
          <p:cNvSpPr>
            <a:spLocks xmlns:a="http://schemas.openxmlformats.org/drawingml/2006/main" noGrp="1"/>
          </p:cNvSpPr>
          <p:nvPr/>
        </p:nvSpPr>
        <p:spPr>
          <a:xfrm xmlns:a="http://schemas.openxmlformats.org/drawingml/2006/main">
            <a:off x="6858000" y="186690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D36"/>
                </a:solidFill>
                <a:latin typeface="NanumGothic"/>
                <a:ea typeface="NanumGothic"/>
                <a:cs typeface="NanumGothic"/>
              </a:defRPr>
            </a:defPPr>
            <a:lvl1pPr>
              <a:defRPr sz="2400" b="1">
                <a:solidFill>
                  <a:srgbClr val="173D36"/>
                </a:solidFill>
                <a:latin typeface="NanumGothic"/>
                <a:ea typeface="NanumGothic"/>
                <a:cs typeface="NanumGothic"/>
              </a:defRPr>
            </a:lvl1pPr>
            <a:lvl2pPr>
              <a:defRPr sz="2400" b="1">
                <a:solidFill>
                  <a:srgbClr val="173D36"/>
                </a:solidFill>
                <a:latin typeface="NanumGothic"/>
                <a:ea typeface="NanumGothic"/>
                <a:cs typeface="NanumGothic"/>
              </a:defRPr>
            </a:lvl2pPr>
            <a:lvl3pPr>
              <a:defRPr sz="2400" b="1">
                <a:solidFill>
                  <a:srgbClr val="173D36"/>
                </a:solidFill>
                <a:latin typeface="NanumGothic"/>
                <a:ea typeface="NanumGothic"/>
                <a:cs typeface="NanumGothic"/>
              </a:defRPr>
            </a:lvl3pPr>
            <a:lvl4pPr>
              <a:defRPr sz="2400" b="1">
                <a:solidFill>
                  <a:srgbClr val="173D36"/>
                </a:solidFill>
                <a:latin typeface="NanumGothic"/>
                <a:ea typeface="NanumGothic"/>
                <a:cs typeface="NanumGothic"/>
              </a:defRPr>
            </a:lvl4pPr>
            <a:lvl5pPr>
              <a:defRPr sz="2400" b="1">
                <a:solidFill>
                  <a:srgbClr val="173D36"/>
                </a:solidFill>
                <a:latin typeface="NanumGothic"/>
                <a:ea typeface="NanumGothic"/>
                <a:cs typeface="NanumGothic"/>
              </a:defRPr>
            </a:lvl5pPr>
            <a:lvl6pPr>
              <a:defRPr sz="2400" b="1">
                <a:solidFill>
                  <a:srgbClr val="173D36"/>
                </a:solidFill>
                <a:latin typeface="NanumGothic"/>
                <a:ea typeface="NanumGothic"/>
                <a:cs typeface="NanumGothic"/>
              </a:defRPr>
            </a:lvl6pPr>
            <a:lvl7pPr>
              <a:defRPr sz="2400" b="1">
                <a:solidFill>
                  <a:srgbClr val="173D36"/>
                </a:solidFill>
                <a:latin typeface="NanumGothic"/>
                <a:ea typeface="NanumGothic"/>
                <a:cs typeface="NanumGothic"/>
              </a:defRPr>
            </a:lvl7pPr>
            <a:lvl8pPr>
              <a:defRPr sz="2400" b="1">
                <a:solidFill>
                  <a:srgbClr val="173D36"/>
                </a:solidFill>
                <a:latin typeface="NanumGothic"/>
                <a:ea typeface="NanumGothic"/>
                <a:cs typeface="NanumGothic"/>
              </a:defRPr>
            </a:lvl8pPr>
            <a:lvl9pPr>
              <a:defRPr sz="2400" b="1">
                <a:solidFill>
                  <a:srgbClr val="173D36"/>
                </a:solidFill>
                <a:latin typeface="NanumGothic"/>
                <a:ea typeface="NanumGothic"/>
                <a:cs typeface="NanumGothic"/>
              </a:defRPr>
            </a:lvl9pPr>
          </a:lstStyle>
          <a:p xmlns:a="http://schemas.openxmlformats.org/drawingml/2006/main">
            <a:pPr>
              <a:defRPr sz="2400" b="1">
                <a:solidFill>
                  <a:srgbClr val="173D36"/>
                </a:solidFill>
                <a:latin typeface="NanumGothic"/>
                <a:ea typeface="NanumGothic"/>
                <a:cs typeface="NanumGothic"/>
              </a:defRPr>
            </a:pPr>
            <a:r>
              <a:rPr sz="2400" b="1">
                <a:solidFill>
                  <a:srgbClr val="173D36"/>
                </a:solidFill>
                <a:latin typeface="NanumGothic"/>
                <a:ea typeface="NanumGothic"/>
                <a:cs typeface="NanumGothic"/>
              </a:rPr>
              <a:t>실제 복용 확인</a:t>
            </a:r>
          </a:p>
        </p:txBody>
      </p:sp>
      <p:sp>
        <p:nvSpPr>
          <p:cNvPr id="8" name="">
            <a:extLst xmlns:a="http://schemas.openxmlformats.org/drawingml/2006/main">
              <a:ext uri="{FF2B5EF4-FFF2-40B4-BE49-F238E27FC236}">
                <a16:creationId xmlns:a16="http://schemas.microsoft.com/office/drawing/2014/main" id="{E700DFE7-163F-4E57-A5C0-4C61186CA475}"/>
              </a:ext>
            </a:extLst>
          </p:cNvPr>
          <p:cNvSpPr>
            <a:spLocks xmlns:a="http://schemas.openxmlformats.org/drawingml/2006/main" noGrp="1"/>
          </p:cNvSpPr>
          <p:nvPr/>
        </p:nvSpPr>
        <p:spPr>
          <a:xfrm xmlns:a="http://schemas.openxmlformats.org/drawingml/2006/main">
            <a:off x="6858000" y="2705100"/>
            <a:ext cx="4572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243F3A"/>
                </a:solidFill>
                <a:latin typeface="NanumGothic"/>
                <a:ea typeface="NanumGothic"/>
                <a:cs typeface="NanumGothic"/>
              </a:defRPr>
            </a:defPPr>
            <a:lvl1pPr>
              <a:defRPr sz="2700" b="0">
                <a:solidFill>
                  <a:srgbClr val="243F3A"/>
                </a:solidFill>
                <a:latin typeface="NanumGothic"/>
                <a:ea typeface="NanumGothic"/>
                <a:cs typeface="NanumGothic"/>
              </a:defRPr>
            </a:lvl1pPr>
            <a:lvl2pPr>
              <a:defRPr sz="2700" b="0">
                <a:solidFill>
                  <a:srgbClr val="243F3A"/>
                </a:solidFill>
                <a:latin typeface="NanumGothic"/>
                <a:ea typeface="NanumGothic"/>
                <a:cs typeface="NanumGothic"/>
              </a:defRPr>
            </a:lvl2pPr>
            <a:lvl3pPr>
              <a:defRPr sz="2700" b="0">
                <a:solidFill>
                  <a:srgbClr val="243F3A"/>
                </a:solidFill>
                <a:latin typeface="NanumGothic"/>
                <a:ea typeface="NanumGothic"/>
                <a:cs typeface="NanumGothic"/>
              </a:defRPr>
            </a:lvl3pPr>
            <a:lvl4pPr>
              <a:defRPr sz="2700" b="0">
                <a:solidFill>
                  <a:srgbClr val="243F3A"/>
                </a:solidFill>
                <a:latin typeface="NanumGothic"/>
                <a:ea typeface="NanumGothic"/>
                <a:cs typeface="NanumGothic"/>
              </a:defRPr>
            </a:lvl4pPr>
            <a:lvl5pPr>
              <a:defRPr sz="2700" b="0">
                <a:solidFill>
                  <a:srgbClr val="243F3A"/>
                </a:solidFill>
                <a:latin typeface="NanumGothic"/>
                <a:ea typeface="NanumGothic"/>
                <a:cs typeface="NanumGothic"/>
              </a:defRPr>
            </a:lvl5pPr>
            <a:lvl6pPr>
              <a:defRPr sz="2700" b="0">
                <a:solidFill>
                  <a:srgbClr val="243F3A"/>
                </a:solidFill>
                <a:latin typeface="NanumGothic"/>
                <a:ea typeface="NanumGothic"/>
                <a:cs typeface="NanumGothic"/>
              </a:defRPr>
            </a:lvl6pPr>
            <a:lvl7pPr>
              <a:defRPr sz="2700" b="0">
                <a:solidFill>
                  <a:srgbClr val="243F3A"/>
                </a:solidFill>
                <a:latin typeface="NanumGothic"/>
                <a:ea typeface="NanumGothic"/>
                <a:cs typeface="NanumGothic"/>
              </a:defRPr>
            </a:lvl7pPr>
            <a:lvl8pPr>
              <a:defRPr sz="2700" b="0">
                <a:solidFill>
                  <a:srgbClr val="243F3A"/>
                </a:solidFill>
                <a:latin typeface="NanumGothic"/>
                <a:ea typeface="NanumGothic"/>
                <a:cs typeface="NanumGothic"/>
              </a:defRPr>
            </a:lvl8pPr>
            <a:lvl9pPr>
              <a:defRPr sz="2700" b="0">
                <a:solidFill>
                  <a:srgbClr val="243F3A"/>
                </a:solidFill>
                <a:latin typeface="NanumGothic"/>
                <a:ea typeface="NanumGothic"/>
                <a:cs typeface="NanumGothic"/>
              </a:defRPr>
            </a:lvl9pPr>
          </a:lstStyle>
          <a:p xmlns:a="http://schemas.openxmlformats.org/drawingml/2006/main">
            <a:pPr>
              <a:defRPr sz="2700" b="0">
                <a:solidFill>
                  <a:srgbClr val="243F3A"/>
                </a:solidFill>
                <a:latin typeface="NanumGothic"/>
                <a:ea typeface="NanumGothic"/>
                <a:cs typeface="NanumGothic"/>
              </a:defRPr>
            </a:pPr>
            <a:r>
              <a:rPr sz="2700" b="0">
                <a:solidFill>
                  <a:srgbClr val="243F3A"/>
                </a:solidFill>
                <a:latin typeface="NanumGothic"/>
                <a:ea typeface="NanumGothic"/>
                <a:cs typeface="NanumGothic"/>
              </a:rPr>
              <a:t>먹고 있음</a:t>
            </a:r>
          </a:p>
          <a:p xmlns:a="http://schemas.openxmlformats.org/drawingml/2006/main">
            <a:pPr>
              <a:defRPr sz="2700" b="0">
                <a:solidFill>
                  <a:srgbClr val="243F3A"/>
                </a:solidFill>
                <a:latin typeface="NanumGothic"/>
                <a:ea typeface="NanumGothic"/>
                <a:cs typeface="NanumGothic"/>
              </a:defRPr>
            </a:pPr>
            <a:r>
              <a:rPr sz="2700" b="0">
                <a:solidFill>
                  <a:srgbClr val="243F3A"/>
                </a:solidFill>
                <a:latin typeface="NanumGothic"/>
                <a:ea typeface="NanumGothic"/>
                <a:cs typeface="NanumGothic"/>
              </a:rPr>
              <a:t>먹지 않음</a:t>
            </a:r>
          </a:p>
          <a:p xmlns:a="http://schemas.openxmlformats.org/drawingml/2006/main">
            <a:pPr>
              <a:defRPr sz="2700" b="0">
                <a:solidFill>
                  <a:srgbClr val="243F3A"/>
                </a:solidFill>
                <a:latin typeface="NanumGothic"/>
                <a:ea typeface="NanumGothic"/>
                <a:cs typeface="NanumGothic"/>
              </a:defRPr>
            </a:pPr>
            <a:r>
              <a:rPr sz="2700" b="0">
                <a:solidFill>
                  <a:srgbClr val="243F3A"/>
                </a:solidFill>
                <a:latin typeface="NanumGothic"/>
                <a:ea typeface="NanumGothic"/>
                <a:cs typeface="NanumGothic"/>
              </a:rPr>
              <a:t>잘 모르겠음</a:t>
            </a:r>
          </a:p>
        </p:txBody>
      </p:sp>
      <p:sp>
        <p:nvSpPr>
          <p:cNvPr id="9" name="">
            <a:extLst xmlns:a="http://schemas.openxmlformats.org/drawingml/2006/main">
              <a:ext uri="{FF2B5EF4-FFF2-40B4-BE49-F238E27FC236}">
                <a16:creationId xmlns:a16="http://schemas.microsoft.com/office/drawing/2014/main" id="{92C40CA5-EBFB-4675-B75A-2F1F0D9D754E}"/>
              </a:ext>
            </a:extLst>
          </p:cNvPr>
          <p:cNvSpPr>
            <a:spLocks xmlns:a="http://schemas.openxmlformats.org/drawingml/2006/main" noGrp="1"/>
          </p:cNvSpPr>
          <p:nvPr/>
        </p:nvSpPr>
        <p:spPr>
          <a:xfrm xmlns:a="http://schemas.openxmlformats.org/drawingml/2006/main">
            <a:off x="609600" y="52578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3736D"/>
                </a:solidFill>
                <a:latin typeface="NanumGothic"/>
                <a:ea typeface="NanumGothic"/>
                <a:cs typeface="NanumGothic"/>
              </a:defRPr>
            </a:defPPr>
            <a:lvl1pPr>
              <a:defRPr sz="1725" b="0">
                <a:solidFill>
                  <a:srgbClr val="63736D"/>
                </a:solidFill>
                <a:latin typeface="NanumGothic"/>
                <a:ea typeface="NanumGothic"/>
                <a:cs typeface="NanumGothic"/>
              </a:defRPr>
            </a:lvl1pPr>
            <a:lvl2pPr>
              <a:defRPr sz="1725" b="0">
                <a:solidFill>
                  <a:srgbClr val="63736D"/>
                </a:solidFill>
                <a:latin typeface="NanumGothic"/>
                <a:ea typeface="NanumGothic"/>
                <a:cs typeface="NanumGothic"/>
              </a:defRPr>
            </a:lvl2pPr>
            <a:lvl3pPr>
              <a:defRPr sz="1725" b="0">
                <a:solidFill>
                  <a:srgbClr val="63736D"/>
                </a:solidFill>
                <a:latin typeface="NanumGothic"/>
                <a:ea typeface="NanumGothic"/>
                <a:cs typeface="NanumGothic"/>
              </a:defRPr>
            </a:lvl3pPr>
            <a:lvl4pPr>
              <a:defRPr sz="1725" b="0">
                <a:solidFill>
                  <a:srgbClr val="63736D"/>
                </a:solidFill>
                <a:latin typeface="NanumGothic"/>
                <a:ea typeface="NanumGothic"/>
                <a:cs typeface="NanumGothic"/>
              </a:defRPr>
            </a:lvl4pPr>
            <a:lvl5pPr>
              <a:defRPr sz="1725" b="0">
                <a:solidFill>
                  <a:srgbClr val="63736D"/>
                </a:solidFill>
                <a:latin typeface="NanumGothic"/>
                <a:ea typeface="NanumGothic"/>
                <a:cs typeface="NanumGothic"/>
              </a:defRPr>
            </a:lvl5pPr>
            <a:lvl6pPr>
              <a:defRPr sz="1725" b="0">
                <a:solidFill>
                  <a:srgbClr val="63736D"/>
                </a:solidFill>
                <a:latin typeface="NanumGothic"/>
                <a:ea typeface="NanumGothic"/>
                <a:cs typeface="NanumGothic"/>
              </a:defRPr>
            </a:lvl6pPr>
            <a:lvl7pPr>
              <a:defRPr sz="1725" b="0">
                <a:solidFill>
                  <a:srgbClr val="63736D"/>
                </a:solidFill>
                <a:latin typeface="NanumGothic"/>
                <a:ea typeface="NanumGothic"/>
                <a:cs typeface="NanumGothic"/>
              </a:defRPr>
            </a:lvl7pPr>
            <a:lvl8pPr>
              <a:defRPr sz="1725" b="0">
                <a:solidFill>
                  <a:srgbClr val="63736D"/>
                </a:solidFill>
                <a:latin typeface="NanumGothic"/>
                <a:ea typeface="NanumGothic"/>
                <a:cs typeface="NanumGothic"/>
              </a:defRPr>
            </a:lvl8pPr>
            <a:lvl9pPr>
              <a:defRPr sz="1725" b="0">
                <a:solidFill>
                  <a:srgbClr val="63736D"/>
                </a:solidFill>
                <a:latin typeface="NanumGothic"/>
                <a:ea typeface="NanumGothic"/>
                <a:cs typeface="NanumGothic"/>
              </a:defRPr>
            </a:lvl9pPr>
          </a:lstStyle>
          <a:p xmlns:a="http://schemas.openxmlformats.org/drawingml/2006/main">
            <a:pPr>
              <a:defRPr sz="1725" b="0">
                <a:solidFill>
                  <a:srgbClr val="63736D"/>
                </a:solidFill>
                <a:latin typeface="NanumGothic"/>
                <a:ea typeface="NanumGothic"/>
                <a:cs typeface="NanumGothic"/>
              </a:defRPr>
            </a:pPr>
            <a:r>
              <a:rPr sz="1725" b="0">
                <a:solidFill>
                  <a:srgbClr val="63736D"/>
                </a:solidFill>
                <a:latin typeface="NanumGothic"/>
                <a:ea typeface="NanumGothic"/>
                <a:cs typeface="NanumGothic"/>
              </a:rPr>
              <a:t>‘기록 동일’은 성분·함량·한 번의 양·단위·하루 횟수 기준입니다. 날짜·기간은 별도입니다.</a:t>
            </a:r>
          </a:p>
        </p:txBody>
      </p:sp>
      <p:sp>
        <p:nvSpPr>
          <p:cNvPr id="10" name="">
            <a:extLst xmlns:a="http://schemas.openxmlformats.org/drawingml/2006/main">
              <a:ext uri="{FF2B5EF4-FFF2-40B4-BE49-F238E27FC236}">
                <a16:creationId xmlns:a16="http://schemas.microsoft.com/office/drawing/2014/main" id="{ED9DB99B-0046-4E9C-A571-65B418757122}"/>
              </a:ext>
            </a:extLst>
          </p:cNvPr>
          <p:cNvSpPr>
            <a:spLocks xmlns:a="http://schemas.openxmlformats.org/drawingml/2006/main" noGrp="1"/>
          </p:cNvSpPr>
          <p:nvPr/>
        </p:nvSpPr>
        <p:spPr>
          <a:xfrm xmlns:a="http://schemas.openxmlformats.org/drawingml/2006/main">
            <a:off x="609600" y="58102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D36"/>
                </a:solidFill>
                <a:latin typeface="NanumGothic"/>
                <a:ea typeface="NanumGothic"/>
                <a:cs typeface="NanumGothic"/>
              </a:defRPr>
            </a:defPPr>
            <a:lvl1pPr>
              <a:defRPr sz="1875" b="1">
                <a:solidFill>
                  <a:srgbClr val="173D36"/>
                </a:solidFill>
                <a:latin typeface="NanumGothic"/>
                <a:ea typeface="NanumGothic"/>
                <a:cs typeface="NanumGothic"/>
              </a:defRPr>
            </a:lvl1pPr>
            <a:lvl2pPr>
              <a:defRPr sz="1875" b="1">
                <a:solidFill>
                  <a:srgbClr val="173D36"/>
                </a:solidFill>
                <a:latin typeface="NanumGothic"/>
                <a:ea typeface="NanumGothic"/>
                <a:cs typeface="NanumGothic"/>
              </a:defRPr>
            </a:lvl2pPr>
            <a:lvl3pPr>
              <a:defRPr sz="1875" b="1">
                <a:solidFill>
                  <a:srgbClr val="173D36"/>
                </a:solidFill>
                <a:latin typeface="NanumGothic"/>
                <a:ea typeface="NanumGothic"/>
                <a:cs typeface="NanumGothic"/>
              </a:defRPr>
            </a:lvl3pPr>
            <a:lvl4pPr>
              <a:defRPr sz="1875" b="1">
                <a:solidFill>
                  <a:srgbClr val="173D36"/>
                </a:solidFill>
                <a:latin typeface="NanumGothic"/>
                <a:ea typeface="NanumGothic"/>
                <a:cs typeface="NanumGothic"/>
              </a:defRPr>
            </a:lvl4pPr>
            <a:lvl5pPr>
              <a:defRPr sz="1875" b="1">
                <a:solidFill>
                  <a:srgbClr val="173D36"/>
                </a:solidFill>
                <a:latin typeface="NanumGothic"/>
                <a:ea typeface="NanumGothic"/>
                <a:cs typeface="NanumGothic"/>
              </a:defRPr>
            </a:lvl5pPr>
            <a:lvl6pPr>
              <a:defRPr sz="1875" b="1">
                <a:solidFill>
                  <a:srgbClr val="173D36"/>
                </a:solidFill>
                <a:latin typeface="NanumGothic"/>
                <a:ea typeface="NanumGothic"/>
                <a:cs typeface="NanumGothic"/>
              </a:defRPr>
            </a:lvl6pPr>
            <a:lvl7pPr>
              <a:defRPr sz="1875" b="1">
                <a:solidFill>
                  <a:srgbClr val="173D36"/>
                </a:solidFill>
                <a:latin typeface="NanumGothic"/>
                <a:ea typeface="NanumGothic"/>
                <a:cs typeface="NanumGothic"/>
              </a:defRPr>
            </a:lvl7pPr>
            <a:lvl8pPr>
              <a:defRPr sz="1875" b="1">
                <a:solidFill>
                  <a:srgbClr val="173D36"/>
                </a:solidFill>
                <a:latin typeface="NanumGothic"/>
                <a:ea typeface="NanumGothic"/>
                <a:cs typeface="NanumGothic"/>
              </a:defRPr>
            </a:lvl8pPr>
            <a:lvl9pPr>
              <a:defRPr sz="1875" b="1">
                <a:solidFill>
                  <a:srgbClr val="173D36"/>
                </a:solidFill>
                <a:latin typeface="NanumGothic"/>
                <a:ea typeface="NanumGothic"/>
                <a:cs typeface="NanumGothic"/>
              </a:defRPr>
            </a:lvl9pPr>
          </a:lstStyle>
          <a:p xmlns:a="http://schemas.openxmlformats.org/drawingml/2006/main">
            <a:pPr>
              <a:defRPr sz="1875" b="1">
                <a:solidFill>
                  <a:srgbClr val="173D36"/>
                </a:solidFill>
                <a:latin typeface="NanumGothic"/>
                <a:ea typeface="NanumGothic"/>
                <a:cs typeface="NanumGothic"/>
              </a:defRPr>
            </a:pPr>
            <a:r>
              <a:rPr sz="1875" b="1">
                <a:solidFill>
                  <a:srgbClr val="173D36"/>
                </a:solidFill>
                <a:latin typeface="NanumGothic"/>
                <a:ea typeface="NanumGothic"/>
                <a:cs typeface="NanumGothic"/>
              </a:rPr>
              <a:t>성분·함량을 모르거나 후보가 여러 개면 비교를 보류합니다.</a:t>
            </a:r>
          </a:p>
          <a:p xmlns:a="http://schemas.openxmlformats.org/drawingml/2006/main">
            <a:pPr>
              <a:defRPr sz="1875" b="1">
                <a:solidFill>
                  <a:srgbClr val="173D36"/>
                </a:solidFill>
                <a:latin typeface="NanumGothic"/>
                <a:ea typeface="NanumGothic"/>
                <a:cs typeface="NanumGothic"/>
              </a:defRPr>
            </a:pPr>
            <a:r>
              <a:rPr sz="1875" b="1">
                <a:solidFill>
                  <a:srgbClr val="173D36"/>
                </a:solidFill>
                <a:latin typeface="NanumGothic"/>
                <a:ea typeface="NanumGothic"/>
                <a:cs typeface="NanumGothic"/>
              </a:rPr>
              <a:t>이전 기록에만 있다는 이유로 복용 중단을 판단하지 않습니다.</a:t>
            </a:r>
          </a:p>
        </p:txBody>
      </p:sp>
      <p:sp>
        <p:nvSpPr>
          <p:cNvPr id="11" name="page-number">
            <a:extLst xmlns:a="http://schemas.openxmlformats.org/drawingml/2006/main">
              <a:ext uri="{FF2B5EF4-FFF2-40B4-BE49-F238E27FC236}">
                <a16:creationId xmlns:a16="http://schemas.microsoft.com/office/drawing/2014/main" id="{8C68977F-07C9-4BFC-A8F1-AAD495938557}"/>
              </a:ext>
            </a:extLst>
          </p:cNvPr>
          <p:cNvSpPr>
            <a:spLocks xmlns:a="http://schemas.openxmlformats.org/drawingml/2006/main" noGrp="1"/>
          </p:cNvSpPr>
          <p:nvPr/>
        </p:nvSpPr>
        <p:spPr>
          <a:xfrm xmlns:a="http://schemas.openxmlformats.org/drawingml/2006/main">
            <a:off x="11049000" y="65532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63736D"/>
                </a:solidFill>
                <a:latin typeface="NanumGothic"/>
                <a:ea typeface="NanumGothic"/>
                <a:cs typeface="NanumGothic"/>
              </a:defRPr>
            </a:defPPr>
            <a:lvl1pPr>
              <a:defRPr sz="1350">
                <a:solidFill>
                  <a:srgbClr val="63736D"/>
                </a:solidFill>
                <a:latin typeface="NanumGothic"/>
                <a:ea typeface="NanumGothic"/>
                <a:cs typeface="NanumGothic"/>
              </a:defRPr>
            </a:lvl1pPr>
            <a:lvl2pPr>
              <a:defRPr sz="1350">
                <a:solidFill>
                  <a:srgbClr val="63736D"/>
                </a:solidFill>
                <a:latin typeface="NanumGothic"/>
                <a:ea typeface="NanumGothic"/>
                <a:cs typeface="NanumGothic"/>
              </a:defRPr>
            </a:lvl2pPr>
            <a:lvl3pPr>
              <a:defRPr sz="1350">
                <a:solidFill>
                  <a:srgbClr val="63736D"/>
                </a:solidFill>
                <a:latin typeface="NanumGothic"/>
                <a:ea typeface="NanumGothic"/>
                <a:cs typeface="NanumGothic"/>
              </a:defRPr>
            </a:lvl3pPr>
            <a:lvl4pPr>
              <a:defRPr sz="1350">
                <a:solidFill>
                  <a:srgbClr val="63736D"/>
                </a:solidFill>
                <a:latin typeface="NanumGothic"/>
                <a:ea typeface="NanumGothic"/>
                <a:cs typeface="NanumGothic"/>
              </a:defRPr>
            </a:lvl4pPr>
            <a:lvl5pPr>
              <a:defRPr sz="1350">
                <a:solidFill>
                  <a:srgbClr val="63736D"/>
                </a:solidFill>
                <a:latin typeface="NanumGothic"/>
                <a:ea typeface="NanumGothic"/>
                <a:cs typeface="NanumGothic"/>
              </a:defRPr>
            </a:lvl5pPr>
            <a:lvl6pPr>
              <a:defRPr sz="1350">
                <a:solidFill>
                  <a:srgbClr val="63736D"/>
                </a:solidFill>
                <a:latin typeface="NanumGothic"/>
                <a:ea typeface="NanumGothic"/>
                <a:cs typeface="NanumGothic"/>
              </a:defRPr>
            </a:lvl6pPr>
            <a:lvl7pPr>
              <a:defRPr sz="1350">
                <a:solidFill>
                  <a:srgbClr val="63736D"/>
                </a:solidFill>
                <a:latin typeface="NanumGothic"/>
                <a:ea typeface="NanumGothic"/>
                <a:cs typeface="NanumGothic"/>
              </a:defRPr>
            </a:lvl7pPr>
            <a:lvl8pPr>
              <a:defRPr sz="1350">
                <a:solidFill>
                  <a:srgbClr val="63736D"/>
                </a:solidFill>
                <a:latin typeface="NanumGothic"/>
                <a:ea typeface="NanumGothic"/>
                <a:cs typeface="NanumGothic"/>
              </a:defRPr>
            </a:lvl8pPr>
            <a:lvl9pPr>
              <a:defRPr sz="1350">
                <a:solidFill>
                  <a:srgbClr val="63736D"/>
                </a:solidFill>
                <a:latin typeface="NanumGothic"/>
                <a:ea typeface="NanumGothic"/>
                <a:cs typeface="NanumGothic"/>
              </a:defRPr>
            </a:lvl9pPr>
          </a:lstStyle>
          <a:p xmlns:a="http://schemas.openxmlformats.org/drawingml/2006/main">
            <a:pPr>
              <a:defRPr sz="1350">
                <a:solidFill>
                  <a:srgbClr val="63736D"/>
                </a:solidFill>
                <a:latin typeface="NanumGothic"/>
                <a:ea typeface="NanumGothic"/>
                <a:cs typeface="NanumGothic"/>
              </a:defRPr>
            </a:pPr>
            <a:r>
              <a:rPr sz="1350">
                <a:solidFill>
                  <a:srgbClr val="63736D"/>
                </a:solidFill>
                <a:latin typeface="NanumGothic"/>
                <a:ea typeface="NanumGothic"/>
                <a:cs typeface="NanumGothic"/>
              </a:rPr>
              <a:t>08</a:t>
            </a:r>
          </a:p>
        </p:txBody>
      </p:sp>
      <p:sp>
        <p:nvSpPr>
          <p:cNvPr id="12" name="">
            <a:extLst xmlns:a="http://schemas.openxmlformats.org/drawingml/2006/main">
              <a:ext uri="{FF2B5EF4-FFF2-40B4-BE49-F238E27FC236}">
                <a16:creationId xmlns:a16="http://schemas.microsoft.com/office/drawing/2014/main" id="{5E8256E2-7B60-461E-B87E-C08C8C0A73F9}"/>
              </a:ext>
            </a:extLst>
          </p:cNvPr>
          <p:cNvSpPr>
            <a:spLocks xmlns:a="http://schemas.openxmlformats.org/drawingml/2006/main" noGrp="1"/>
          </p:cNvSpPr>
          <p:nvPr/>
        </p:nvSpPr>
        <p:spPr>
          <a:xfrm xmlns:a="http://schemas.openxmlformats.org/drawingml/2006/main">
            <a:off x="6858000" y="46672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3736D"/>
                </a:solidFill>
                <a:latin typeface="NanumGothic"/>
                <a:ea typeface="NanumGothic"/>
                <a:cs typeface="NanumGothic"/>
              </a:defRPr>
            </a:defPPr>
            <a:lvl1pPr>
              <a:defRPr sz="1800" b="0">
                <a:solidFill>
                  <a:srgbClr val="63736D"/>
                </a:solidFill>
                <a:latin typeface="NanumGothic"/>
                <a:ea typeface="NanumGothic"/>
                <a:cs typeface="NanumGothic"/>
              </a:defRPr>
            </a:lvl1pPr>
            <a:lvl2pPr>
              <a:defRPr sz="1800" b="0">
                <a:solidFill>
                  <a:srgbClr val="63736D"/>
                </a:solidFill>
                <a:latin typeface="NanumGothic"/>
                <a:ea typeface="NanumGothic"/>
                <a:cs typeface="NanumGothic"/>
              </a:defRPr>
            </a:lvl2pPr>
            <a:lvl3pPr>
              <a:defRPr sz="1800" b="0">
                <a:solidFill>
                  <a:srgbClr val="63736D"/>
                </a:solidFill>
                <a:latin typeface="NanumGothic"/>
                <a:ea typeface="NanumGothic"/>
                <a:cs typeface="NanumGothic"/>
              </a:defRPr>
            </a:lvl3pPr>
            <a:lvl4pPr>
              <a:defRPr sz="1800" b="0">
                <a:solidFill>
                  <a:srgbClr val="63736D"/>
                </a:solidFill>
                <a:latin typeface="NanumGothic"/>
                <a:ea typeface="NanumGothic"/>
                <a:cs typeface="NanumGothic"/>
              </a:defRPr>
            </a:lvl4pPr>
            <a:lvl5pPr>
              <a:defRPr sz="1800" b="0">
                <a:solidFill>
                  <a:srgbClr val="63736D"/>
                </a:solidFill>
                <a:latin typeface="NanumGothic"/>
                <a:ea typeface="NanumGothic"/>
                <a:cs typeface="NanumGothic"/>
              </a:defRPr>
            </a:lvl5pPr>
            <a:lvl6pPr>
              <a:defRPr sz="1800" b="0">
                <a:solidFill>
                  <a:srgbClr val="63736D"/>
                </a:solidFill>
                <a:latin typeface="NanumGothic"/>
                <a:ea typeface="NanumGothic"/>
                <a:cs typeface="NanumGothic"/>
              </a:defRPr>
            </a:lvl6pPr>
            <a:lvl7pPr>
              <a:defRPr sz="1800" b="0">
                <a:solidFill>
                  <a:srgbClr val="63736D"/>
                </a:solidFill>
                <a:latin typeface="NanumGothic"/>
                <a:ea typeface="NanumGothic"/>
                <a:cs typeface="NanumGothic"/>
              </a:defRPr>
            </a:lvl7pPr>
            <a:lvl8pPr>
              <a:defRPr sz="1800" b="0">
                <a:solidFill>
                  <a:srgbClr val="63736D"/>
                </a:solidFill>
                <a:latin typeface="NanumGothic"/>
                <a:ea typeface="NanumGothic"/>
                <a:cs typeface="NanumGothic"/>
              </a:defRPr>
            </a:lvl8pPr>
            <a:lvl9pPr>
              <a:defRPr sz="1800" b="0">
                <a:solidFill>
                  <a:srgbClr val="63736D"/>
                </a:solidFill>
                <a:latin typeface="NanumGothic"/>
                <a:ea typeface="NanumGothic"/>
                <a:cs typeface="NanumGothic"/>
              </a:defRPr>
            </a:lvl9pPr>
          </a:lstStyle>
          <a:p xmlns:a="http://schemas.openxmlformats.org/drawingml/2006/main">
            <a:pPr>
              <a:defRPr sz="1800" b="0">
                <a:solidFill>
                  <a:srgbClr val="63736D"/>
                </a:solidFill>
                <a:latin typeface="NanumGothic"/>
                <a:ea typeface="NanumGothic"/>
                <a:cs typeface="NanumGothic"/>
              </a:defRPr>
            </a:pPr>
            <a:r>
              <a:rPr sz="1800" b="0">
                <a:solidFill>
                  <a:srgbClr val="63736D"/>
                </a:solidFill>
                <a:latin typeface="NanumGothic"/>
                <a:ea typeface="NanumGothic"/>
                <a:cs typeface="NanumGothic"/>
              </a:rPr>
              <a:t>사용자가 별도로 입력합니다.</a:t>
            </a:r>
          </a:p>
        </p:txBody>
      </p:sp>
    </p:spTree>
    <p:extLst>
      <p:ext uri="{BB962C8B-B14F-4D97-AF65-F5344CB8AC3E}">
        <p14:creationId xmlns:p14="http://schemas.microsoft.com/office/powerpoint/2010/main" val="1301570988"/>
      </p:ext>
    </p:extLst>
  </p:cSld>
</p:sld>
</file>

<file path=ppt/slides/slide9.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pic>
        <p:nvPicPr>
          <p:cNvPr id="2" name="약이음 7분 영상" descr="클릭하여 영상 재생. TTS와 배경음 포함. 420초.">
            <a:extLst xmlns:a="http://schemas.openxmlformats.org/drawingml/2006/main">
              <a:ext uri="{FF2B5EF4-FFF2-40B4-BE49-F238E27FC236}">
                <a16:creationId xmlns:a16="http://schemas.microsoft.com/office/drawing/2014/main" id="{63EB7C71-BF69-45FC-939F-9E8F74D3418F}"/>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VideoEmbedded"/>
            <p:extLst>
              <p:ext uri="{DAA4B4D4-6D71-4841-9C94-3DE7FCFB0C8A}">
                <p14:media xmlns:p14="http://schemas.microsoft.com/office/powerpoint/2010/main" xmlns:ns3="http://schemas.openxmlformats.org/officeDocument/2006/relationships" ns3:embed="rIdMediaEmbedded"/>
              </p:ext>
            </p:extLst>
          </p:nvPr>
        </p:nvPicPr>
        <p:blipFill>
          <a:blip xmlns:r="http://schemas.openxmlformats.org/officeDocument/2006/relationships" xmlns:a="http://schemas.openxmlformats.org/drawingml/2006/main" r:embed="R6efc87ec1a0247e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13912587"/>
      </p:ext>
    </p:extLst>
  </p:cSld>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10.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text-0">
            <a:extLst xmlns:a="http://schemas.openxmlformats.org/drawingml/2006/main">
              <a:ext uri="{FF2B5EF4-FFF2-40B4-BE49-F238E27FC236}">
                <a16:creationId xmlns:a16="http://schemas.microsoft.com/office/drawing/2014/main" id="{DD3F68D5-0D2C-4E77-B52E-92B3627ED35C}"/>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173D36"/>
                </a:solidFill>
                <a:latin typeface="NanumGothic"/>
                <a:ea typeface="NanumGothic"/>
                <a:cs typeface="NanumGothic"/>
              </a:defRPr>
            </a:defPPr>
            <a:lvl1pPr>
              <a:defRPr sz="3225" b="1">
                <a:solidFill>
                  <a:srgbClr val="173D36"/>
                </a:solidFill>
                <a:latin typeface="NanumGothic"/>
                <a:ea typeface="NanumGothic"/>
                <a:cs typeface="NanumGothic"/>
              </a:defRPr>
            </a:lvl1pPr>
            <a:lvl2pPr>
              <a:defRPr sz="3225" b="1">
                <a:solidFill>
                  <a:srgbClr val="173D36"/>
                </a:solidFill>
                <a:latin typeface="NanumGothic"/>
                <a:ea typeface="NanumGothic"/>
                <a:cs typeface="NanumGothic"/>
              </a:defRPr>
            </a:lvl2pPr>
            <a:lvl3pPr>
              <a:defRPr sz="3225" b="1">
                <a:solidFill>
                  <a:srgbClr val="173D36"/>
                </a:solidFill>
                <a:latin typeface="NanumGothic"/>
                <a:ea typeface="NanumGothic"/>
                <a:cs typeface="NanumGothic"/>
              </a:defRPr>
            </a:lvl3pPr>
            <a:lvl4pPr>
              <a:defRPr sz="3225" b="1">
                <a:solidFill>
                  <a:srgbClr val="173D36"/>
                </a:solidFill>
                <a:latin typeface="NanumGothic"/>
                <a:ea typeface="NanumGothic"/>
                <a:cs typeface="NanumGothic"/>
              </a:defRPr>
            </a:lvl4pPr>
            <a:lvl5pPr>
              <a:defRPr sz="3225" b="1">
                <a:solidFill>
                  <a:srgbClr val="173D36"/>
                </a:solidFill>
                <a:latin typeface="NanumGothic"/>
                <a:ea typeface="NanumGothic"/>
                <a:cs typeface="NanumGothic"/>
              </a:defRPr>
            </a:lvl5pPr>
            <a:lvl6pPr>
              <a:defRPr sz="3225" b="1">
                <a:solidFill>
                  <a:srgbClr val="173D36"/>
                </a:solidFill>
                <a:latin typeface="NanumGothic"/>
                <a:ea typeface="NanumGothic"/>
                <a:cs typeface="NanumGothic"/>
              </a:defRPr>
            </a:lvl6pPr>
            <a:lvl7pPr>
              <a:defRPr sz="3225" b="1">
                <a:solidFill>
                  <a:srgbClr val="173D36"/>
                </a:solidFill>
                <a:latin typeface="NanumGothic"/>
                <a:ea typeface="NanumGothic"/>
                <a:cs typeface="NanumGothic"/>
              </a:defRPr>
            </a:lvl7pPr>
            <a:lvl8pPr>
              <a:defRPr sz="3225" b="1">
                <a:solidFill>
                  <a:srgbClr val="173D36"/>
                </a:solidFill>
                <a:latin typeface="NanumGothic"/>
                <a:ea typeface="NanumGothic"/>
                <a:cs typeface="NanumGothic"/>
              </a:defRPr>
            </a:lvl8pPr>
            <a:lvl9pPr>
              <a:defRPr sz="3225" b="1">
                <a:solidFill>
                  <a:srgbClr val="173D36"/>
                </a:solidFill>
                <a:latin typeface="NanumGothic"/>
                <a:ea typeface="NanumGothic"/>
                <a:cs typeface="NanumGothic"/>
              </a:defRPr>
            </a:lvl9pPr>
          </a:lstStyle>
          <a:p xmlns:a="http://schemas.openxmlformats.org/drawingml/2006/main">
            <a:pPr>
              <a:defRPr sz="3225" b="1">
                <a:solidFill>
                  <a:srgbClr val="173D36"/>
                </a:solidFill>
                <a:latin typeface="NanumGothic"/>
                <a:ea typeface="NanumGothic"/>
                <a:cs typeface="NanumGothic"/>
              </a:defRPr>
            </a:pPr>
            <a:r>
              <a:rPr sz="3225" b="1">
                <a:solidFill>
                  <a:srgbClr val="173D36"/>
                </a:solidFill>
                <a:latin typeface="NanumGothic"/>
                <a:ea typeface="NanumGothic"/>
                <a:cs typeface="NanumGothic"/>
              </a:rPr>
              <a:t>실제로 연결해 확인한 범위</a:t>
            </a:r>
          </a:p>
        </p:txBody>
      </p:sp>
      <p:sp>
        <p:nvSpPr>
          <p:cNvPr id="3" name="text-1">
            <a:extLst xmlns:a="http://schemas.openxmlformats.org/drawingml/2006/main">
              <a:ext uri="{FF2B5EF4-FFF2-40B4-BE49-F238E27FC236}">
                <a16:creationId xmlns:a16="http://schemas.microsoft.com/office/drawing/2014/main" id="{EF42A83C-CE71-4A35-8B40-65E17F08D029}"/>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10</a:t>
            </a:r>
          </a:p>
        </p:txBody>
      </p:sp>
      <p:graphicFrame>
        <p:nvGraphicFramePr>
          <p:cNvPr id="4" name="">
            <a:extLst xmlns:a="http://schemas.openxmlformats.org/drawingml/2006/main">
              <a:ext uri="{FF2B5EF4-FFF2-40B4-BE49-F238E27FC236}">
                <a16:creationId xmlns:a16="http://schemas.microsoft.com/office/drawing/2014/main" id="{FE50D066-E5A2-424B-81CE-28398115F84F}"/>
              </a:ext>
            </a:extLst>
          </p:cNvPr>
          <p:cNvGraphicFramePr/>
          <p:nvPr/>
        </p:nvGraphicFramePr>
        <p:xfrm>
          <a:off xmlns:a="http://schemas.openxmlformats.org/drawingml/2006/main" x="609600" y="1714500"/>
          <a:ext xmlns:a="http://schemas.openxmlformats.org/drawingml/2006/main" cx="10972800" cy="2895600"/>
        </p:xfrm>
        <a:graphic xmlns:a="http://schemas.openxmlformats.org/drawingml/2006/main">
          <a:graphicData uri="http://schemas.openxmlformats.org/drawingml/2006/table">
            <a:tbl>
              <a:tblPr/>
              <a:tblGrid>
                <a:gridCol w="1619250"/>
                <a:gridCol w="5857875"/>
                <a:gridCol w="3495675"/>
              </a:tblGrid>
              <a:tr h="590550">
                <a:tc>
                  <a:txBody>
                    <a:bodyPr lIns="114300" tIns="114300" rIns="114300" bIns="114300"/>
                    <a:lstStyle/>
                    <a:p>
                      <a:r>
                        <a:rPr sz="1875" b="1">
                          <a:solidFill>
                            <a:srgbClr val="FFFFFF"/>
                          </a:solidFill>
                          <a:latin typeface="NanumGothic"/>
                          <a:ea typeface="NanumGothic"/>
                          <a:cs typeface="NanumGothic"/>
                        </a:rPr>
                        <a:t>구분</a:t>
                      </a:r>
                    </a:p>
                  </a:txBody>
                  <a:tcPr marL="91440" marR="91440" marT="45720" marB="45720">
                    <a:lnL w="9525">
                      <a:solidFill>
                        <a:srgbClr val="D4DED7"/>
                      </a:solidFill>
                      <a:prstDash val="solid"/>
                    </a:lnL>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lIns="114300" tIns="114300" rIns="114300" bIns="114300"/>
                    <a:lstStyle/>
                    <a:p>
                      <a:r>
                        <a:rPr sz="1875" b="1">
                          <a:solidFill>
                            <a:srgbClr val="FFFFFF"/>
                          </a:solidFill>
                          <a:latin typeface="NanumGothic"/>
                          <a:ea typeface="NanumGothic"/>
                          <a:cs typeface="NanumGothic"/>
                        </a:rPr>
                        <a:t>기존 실행 기록에서 확인한 것</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lIns="114300" tIns="114300" rIns="114300" bIns="114300"/>
                    <a:lstStyle/>
                    <a:p>
                      <a:r>
                        <a:rPr sz="1875" b="1">
                          <a:solidFill>
                            <a:srgbClr val="FFFFFF"/>
                          </a:solidFill>
                          <a:latin typeface="NanumGothic"/>
                          <a:ea typeface="NanumGothic"/>
                          <a:cs typeface="NanumGothic"/>
                        </a:rPr>
                        <a:t>아직 남은 것</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r>
              <a:tr h="723900">
                <a:tc>
                  <a:txBody>
                    <a:bodyPr lIns="114300" tIns="114300" rIns="114300" bIns="114300"/>
                    <a:lstStyle/>
                    <a:p>
                      <a:r>
                        <a:rPr sz="1875" b="0">
                          <a:solidFill>
                            <a:srgbClr val="243F3A"/>
                          </a:solidFill>
                          <a:latin typeface="NanumGothic"/>
                          <a:ea typeface="NanumGothic"/>
                          <a:cs typeface="NanumGothic"/>
                        </a:rPr>
                        <a:t>사진</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실제 Gemini 사진 읽기</a:t>
                      </a:r>
                    </a:p>
                    <a:p>
                      <a:r>
                        <a:rPr sz="1875" b="0">
                          <a:solidFill>
                            <a:srgbClr val="243F3A"/>
                          </a:solidFill>
                          <a:latin typeface="NanumGothic"/>
                          <a:ea typeface="NanumGothic"/>
                          <a:cs typeface="NanumGothic"/>
                        </a:rPr>
                        <a:t>가상 약품 정보로 비교·저장·다시 열기</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실제 사진 읽기와 식약처 조회를</a:t>
                      </a:r>
                    </a:p>
                    <a:p>
                      <a:r>
                        <a:rPr sz="1875" b="0">
                          <a:solidFill>
                            <a:srgbClr val="243F3A"/>
                          </a:solidFill>
                          <a:latin typeface="NanumGothic"/>
                          <a:ea typeface="NanumGothic"/>
                          <a:cs typeface="NanumGothic"/>
                        </a:rPr>
                        <a:t>연속으로 사용하는 전체 과정</a:t>
                      </a:r>
                    </a:p>
                  </a:txBody>
                  <a:tcPr marL="91440" marR="91440" marT="45720" marB="45720">
                    <a:lnR w="9525">
                      <a:solidFill>
                        <a:srgbClr val="D4DED7"/>
                      </a:solidFill>
                      <a:prstDash val="solid"/>
                    </a:lnR>
                    <a:lnB w="9525">
                      <a:solidFill>
                        <a:srgbClr val="D4DED7"/>
                      </a:solidFill>
                      <a:prstDash val="solid"/>
                    </a:lnB>
                    <a:solidFill>
                      <a:srgbClr val="FFFFFF"/>
                    </a:solidFill>
                  </a:tcPr>
                </a:tc>
              </a:tr>
              <a:tr h="723900">
                <a:tc>
                  <a:txBody>
                    <a:bodyPr lIns="114300" tIns="114300" rIns="114300" bIns="114300"/>
                    <a:lstStyle/>
                    <a:p>
                      <a:r>
                        <a:rPr sz="1875" b="0">
                          <a:solidFill>
                            <a:srgbClr val="243F3A"/>
                          </a:solidFill>
                          <a:latin typeface="NanumGothic"/>
                          <a:ea typeface="NanumGothic"/>
                          <a:cs typeface="NanumGothic"/>
                        </a:rPr>
                        <a:t>HIRA 파일</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합성 제품 1건을 실제 식약처 정보와 연결</a:t>
                      </a:r>
                    </a:p>
                    <a:p>
                      <a:r>
                        <a:rPr sz="1875" b="0">
                          <a:solidFill>
                            <a:srgbClr val="243F3A"/>
                          </a:solidFill>
                          <a:latin typeface="NanumGothic"/>
                          <a:ea typeface="NanumGothic"/>
                          <a:cs typeface="NanumGothic"/>
                        </a:rPr>
                        <a:t>비교·저장·다시 열기</a:t>
                      </a:r>
                    </a:p>
                  </a:txBody>
                  <a:tcPr marL="91440" marR="91440" marT="45720" marB="45720">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여러 제품·여러 성분이 든 약의</a:t>
                      </a:r>
                    </a:p>
                    <a:p>
                      <a:r>
                        <a:rPr sz="1875" b="0">
                          <a:solidFill>
                            <a:srgbClr val="243F3A"/>
                          </a:solidFill>
                          <a:latin typeface="NanumGothic"/>
                          <a:ea typeface="NanumGothic"/>
                          <a:cs typeface="NanumGothic"/>
                        </a:rPr>
                        <a:t>실제 조회와 비교 시험</a:t>
                      </a:r>
                    </a:p>
                  </a:txBody>
                  <a:tcPr marL="91440" marR="91440" marT="45720" marB="45720">
                    <a:lnR w="9525">
                      <a:solidFill>
                        <a:srgbClr val="D4DED7"/>
                      </a:solidFill>
                      <a:prstDash val="solid"/>
                    </a:lnR>
                    <a:lnB w="9525">
                      <a:solidFill>
                        <a:srgbClr val="D4DED7"/>
                      </a:solidFill>
                      <a:prstDash val="solid"/>
                    </a:lnB>
                    <a:solidFill>
                      <a:srgbClr val="EDF1EB"/>
                    </a:solidFill>
                  </a:tcPr>
                </a:tc>
              </a:tr>
              <a:tr h="723900">
                <a:tc>
                  <a:txBody>
                    <a:bodyPr lIns="114300" tIns="114300" rIns="114300" bIns="114300"/>
                    <a:lstStyle/>
                    <a:p>
                      <a:r>
                        <a:rPr sz="1875" b="0">
                          <a:solidFill>
                            <a:srgbClr val="243F3A"/>
                          </a:solidFill>
                          <a:latin typeface="NanumGothic"/>
                          <a:ea typeface="NanumGothic"/>
                          <a:cs typeface="NanumGothic"/>
                        </a:rPr>
                        <a:t>영상의 새 조작</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로컬 합성 자료와 시연용 가상 응답 사용</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실제 운영 성능·의학적 효과 검증</a:t>
                      </a:r>
                    </a:p>
                  </a:txBody>
                  <a:tcPr marL="91440" marR="91440" marT="45720" marB="45720">
                    <a:lnR w="9525">
                      <a:solidFill>
                        <a:srgbClr val="D4DED7"/>
                      </a:solidFill>
                      <a:prstDash val="solid"/>
                    </a:lnR>
                    <a:lnB w="9525">
                      <a:solidFill>
                        <a:srgbClr val="D4DED7"/>
                      </a:solidFill>
                      <a:prstDash val="solid"/>
                    </a:lnB>
                    <a:solidFill>
                      <a:srgbClr val="FFFFFF"/>
                    </a:solidFill>
                  </a:tcPr>
                </a:tc>
              </a:tr>
            </a:tbl>
          </a:graphicData>
        </a:graphic>
      </p:graphicFrame>
      <p:sp>
        <p:nvSpPr>
          <p:cNvPr id="5" name="text-2">
            <a:extLst xmlns:a="http://schemas.openxmlformats.org/drawingml/2006/main">
              <a:ext uri="{FF2B5EF4-FFF2-40B4-BE49-F238E27FC236}">
                <a16:creationId xmlns:a16="http://schemas.microsoft.com/office/drawing/2014/main" id="{BCA495FC-C2BD-4583-BC84-E6BD09875C4A}"/>
              </a:ext>
            </a:extLst>
          </p:cNvPr>
          <p:cNvSpPr>
            <a:spLocks xmlns:a="http://schemas.openxmlformats.org/drawingml/2006/main" noGrp="1"/>
          </p:cNvSpPr>
          <p:nvPr/>
        </p:nvSpPr>
        <p:spPr>
          <a:xfrm xmlns:a="http://schemas.openxmlformats.org/drawingml/2006/main">
            <a:off x="609600" y="5648325"/>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00" b="0">
                <a:solidFill>
                  <a:srgbClr val="63736D"/>
                </a:solidFill>
                <a:latin typeface="NanumGothic"/>
                <a:ea typeface="NanumGothic"/>
                <a:cs typeface="NanumGothic"/>
              </a:defRPr>
            </a:defPPr>
            <a:lvl1pPr>
              <a:defRPr sz="1800" b="0">
                <a:solidFill>
                  <a:srgbClr val="63736D"/>
                </a:solidFill>
                <a:latin typeface="NanumGothic"/>
                <a:ea typeface="NanumGothic"/>
                <a:cs typeface="NanumGothic"/>
              </a:defRPr>
            </a:lvl1pPr>
            <a:lvl2pPr>
              <a:defRPr sz="1800" b="0">
                <a:solidFill>
                  <a:srgbClr val="63736D"/>
                </a:solidFill>
                <a:latin typeface="NanumGothic"/>
                <a:ea typeface="NanumGothic"/>
                <a:cs typeface="NanumGothic"/>
              </a:defRPr>
            </a:lvl2pPr>
            <a:lvl3pPr>
              <a:defRPr sz="1800" b="0">
                <a:solidFill>
                  <a:srgbClr val="63736D"/>
                </a:solidFill>
                <a:latin typeface="NanumGothic"/>
                <a:ea typeface="NanumGothic"/>
                <a:cs typeface="NanumGothic"/>
              </a:defRPr>
            </a:lvl3pPr>
            <a:lvl4pPr>
              <a:defRPr sz="1800" b="0">
                <a:solidFill>
                  <a:srgbClr val="63736D"/>
                </a:solidFill>
                <a:latin typeface="NanumGothic"/>
                <a:ea typeface="NanumGothic"/>
                <a:cs typeface="NanumGothic"/>
              </a:defRPr>
            </a:lvl4pPr>
            <a:lvl5pPr>
              <a:defRPr sz="1800" b="0">
                <a:solidFill>
                  <a:srgbClr val="63736D"/>
                </a:solidFill>
                <a:latin typeface="NanumGothic"/>
                <a:ea typeface="NanumGothic"/>
                <a:cs typeface="NanumGothic"/>
              </a:defRPr>
            </a:lvl5pPr>
            <a:lvl6pPr>
              <a:defRPr sz="1800" b="0">
                <a:solidFill>
                  <a:srgbClr val="63736D"/>
                </a:solidFill>
                <a:latin typeface="NanumGothic"/>
                <a:ea typeface="NanumGothic"/>
                <a:cs typeface="NanumGothic"/>
              </a:defRPr>
            </a:lvl6pPr>
            <a:lvl7pPr>
              <a:defRPr sz="1800" b="0">
                <a:solidFill>
                  <a:srgbClr val="63736D"/>
                </a:solidFill>
                <a:latin typeface="NanumGothic"/>
                <a:ea typeface="NanumGothic"/>
                <a:cs typeface="NanumGothic"/>
              </a:defRPr>
            </a:lvl7pPr>
            <a:lvl8pPr>
              <a:defRPr sz="1800" b="0">
                <a:solidFill>
                  <a:srgbClr val="63736D"/>
                </a:solidFill>
                <a:latin typeface="NanumGothic"/>
                <a:ea typeface="NanumGothic"/>
                <a:cs typeface="NanumGothic"/>
              </a:defRPr>
            </a:lvl8pPr>
            <a:lvl9pPr>
              <a:defRPr sz="1800" b="0">
                <a:solidFill>
                  <a:srgbClr val="63736D"/>
                </a:solidFill>
                <a:latin typeface="NanumGothic"/>
                <a:ea typeface="NanumGothic"/>
                <a:cs typeface="NanumGothic"/>
              </a:defRPr>
            </a:lvl9pPr>
          </a:lstStyle>
          <a:p xmlns:a="http://schemas.openxmlformats.org/drawingml/2006/main">
            <a:pPr>
              <a:defRPr sz="1800" b="0">
                <a:solidFill>
                  <a:srgbClr val="63736D"/>
                </a:solidFill>
                <a:latin typeface="NanumGothic"/>
                <a:ea typeface="NanumGothic"/>
                <a:cs typeface="NanumGothic"/>
              </a:defRPr>
            </a:pPr>
            <a:r>
              <a:rPr sz="1800" b="0">
                <a:solidFill>
                  <a:srgbClr val="63736D"/>
                </a:solidFill>
                <a:latin typeface="NanumGothic"/>
                <a:ea typeface="NanumGothic"/>
                <a:cs typeface="NanumGothic"/>
              </a:rPr>
              <a:t>근거: 제공된 기존 실행 기록. 이번 제작 중 실제 API 추가 호출 없음.</a:t>
            </a:r>
          </a:p>
          <a:p xmlns:a="http://schemas.openxmlformats.org/drawingml/2006/main">
            <a:pPr>
              <a:defRPr sz="1800" b="0">
                <a:solidFill>
                  <a:srgbClr val="63736D"/>
                </a:solidFill>
                <a:latin typeface="NanumGothic"/>
                <a:ea typeface="NanumGothic"/>
                <a:cs typeface="NanumGothic"/>
              </a:defRPr>
            </a:pPr>
            <a:r>
              <a:rPr sz="1800" b="0">
                <a:solidFill>
                  <a:srgbClr val="63736D"/>
                </a:solidFill>
                <a:latin typeface="NanumGothic"/>
                <a:ea typeface="NanumGothic"/>
                <a:cs typeface="NanumGothic"/>
              </a:rPr>
              <a:t>정확도와 실제 사용 편의성은 별도 평가가 필요합니다.</a:t>
            </a:r>
          </a:p>
        </p:txBody>
      </p:sp>
    </p:spTree>
    <p:extLst>
      <p:ext uri="{BB962C8B-B14F-4D97-AF65-F5344CB8AC3E}">
        <p14:creationId xmlns:p14="http://schemas.microsoft.com/office/powerpoint/2010/main" val="1740702295"/>
      </p:ext>
    </p:extLst>
  </p:cSld>
</p:sld>
</file>

<file path=ppt/slides/slide11.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76C815DE-B19D-40A7-B996-753F7A879F9F}"/>
              </a:ext>
            </a:extLst>
          </p:cNvPr>
          <p:cNvSpPr>
            <a:spLocks xmlns:a="http://schemas.openxmlformats.org/drawingml/2006/main" noGrp="1"/>
          </p:cNvSpPr>
          <p:nvPr/>
        </p:nvSpPr>
        <p:spPr>
          <a:xfrm xmlns:a="http://schemas.openxmlformats.org/drawingml/2006/main">
            <a:off x="609600" y="514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73D36"/>
                </a:solidFill>
                <a:latin typeface="NanumGothic"/>
                <a:ea typeface="NanumGothic"/>
                <a:cs typeface="NanumGothic"/>
              </a:defRPr>
            </a:defPPr>
            <a:lvl1pPr>
              <a:defRPr sz="3150" b="1">
                <a:solidFill>
                  <a:srgbClr val="173D36"/>
                </a:solidFill>
                <a:latin typeface="NanumGothic"/>
                <a:ea typeface="NanumGothic"/>
                <a:cs typeface="NanumGothic"/>
              </a:defRPr>
            </a:lvl1pPr>
            <a:lvl2pPr>
              <a:defRPr sz="3150" b="1">
                <a:solidFill>
                  <a:srgbClr val="173D36"/>
                </a:solidFill>
                <a:latin typeface="NanumGothic"/>
                <a:ea typeface="NanumGothic"/>
                <a:cs typeface="NanumGothic"/>
              </a:defRPr>
            </a:lvl2pPr>
            <a:lvl3pPr>
              <a:defRPr sz="3150" b="1">
                <a:solidFill>
                  <a:srgbClr val="173D36"/>
                </a:solidFill>
                <a:latin typeface="NanumGothic"/>
                <a:ea typeface="NanumGothic"/>
                <a:cs typeface="NanumGothic"/>
              </a:defRPr>
            </a:lvl3pPr>
            <a:lvl4pPr>
              <a:defRPr sz="3150" b="1">
                <a:solidFill>
                  <a:srgbClr val="173D36"/>
                </a:solidFill>
                <a:latin typeface="NanumGothic"/>
                <a:ea typeface="NanumGothic"/>
                <a:cs typeface="NanumGothic"/>
              </a:defRPr>
            </a:lvl4pPr>
            <a:lvl5pPr>
              <a:defRPr sz="3150" b="1">
                <a:solidFill>
                  <a:srgbClr val="173D36"/>
                </a:solidFill>
                <a:latin typeface="NanumGothic"/>
                <a:ea typeface="NanumGothic"/>
                <a:cs typeface="NanumGothic"/>
              </a:defRPr>
            </a:lvl5pPr>
            <a:lvl6pPr>
              <a:defRPr sz="3150" b="1">
                <a:solidFill>
                  <a:srgbClr val="173D36"/>
                </a:solidFill>
                <a:latin typeface="NanumGothic"/>
                <a:ea typeface="NanumGothic"/>
                <a:cs typeface="NanumGothic"/>
              </a:defRPr>
            </a:lvl6pPr>
            <a:lvl7pPr>
              <a:defRPr sz="3150" b="1">
                <a:solidFill>
                  <a:srgbClr val="173D36"/>
                </a:solidFill>
                <a:latin typeface="NanumGothic"/>
                <a:ea typeface="NanumGothic"/>
                <a:cs typeface="NanumGothic"/>
              </a:defRPr>
            </a:lvl7pPr>
            <a:lvl8pPr>
              <a:defRPr sz="3150" b="1">
                <a:solidFill>
                  <a:srgbClr val="173D36"/>
                </a:solidFill>
                <a:latin typeface="NanumGothic"/>
                <a:ea typeface="NanumGothic"/>
                <a:cs typeface="NanumGothic"/>
              </a:defRPr>
            </a:lvl8pPr>
            <a:lvl9pPr>
              <a:defRPr sz="3150" b="1">
                <a:solidFill>
                  <a:srgbClr val="173D36"/>
                </a:solidFill>
                <a:latin typeface="NanumGothic"/>
                <a:ea typeface="NanumGothic"/>
                <a:cs typeface="NanumGothic"/>
              </a:defRPr>
            </a:lvl9pPr>
          </a:lstStyle>
          <a:p xmlns:a="http://schemas.openxmlformats.org/drawingml/2006/main">
            <a:pPr>
              <a:defRPr sz="3150" b="1">
                <a:solidFill>
                  <a:srgbClr val="173D36"/>
                </a:solidFill>
                <a:latin typeface="NanumGothic"/>
                <a:ea typeface="NanumGothic"/>
                <a:cs typeface="NanumGothic"/>
              </a:defRPr>
            </a:pPr>
            <a:r>
              <a:rPr sz="3150" b="1">
                <a:solidFill>
                  <a:srgbClr val="173D36"/>
                </a:solidFill>
                <a:latin typeface="NanumGothic"/>
                <a:ea typeface="NanumGothic"/>
                <a:cs typeface="NanumGothic"/>
              </a:rPr>
              <a:t>다음 단계: 더 다양한 자료와 실제 사용자로 시험</a:t>
            </a:r>
          </a:p>
        </p:txBody>
      </p:sp>
      <p:graphicFrame>
        <p:nvGraphicFramePr>
          <p:cNvPr id="3" name="">
            <a:extLst xmlns:a="http://schemas.openxmlformats.org/drawingml/2006/main">
              <a:ext uri="{FF2B5EF4-FFF2-40B4-BE49-F238E27FC236}">
                <a16:creationId xmlns:a16="http://schemas.microsoft.com/office/drawing/2014/main" id="{CED3A183-AF40-4C6F-8A60-365127DA8C48}"/>
              </a:ext>
            </a:extLst>
          </p:cNvPr>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a:tblGrid>
                <a:gridCol w="3286125"/>
                <a:gridCol w="7686675"/>
              </a:tblGrid>
              <a:tr h="704850">
                <a:tc>
                  <a:txBody>
                    <a:bodyPr/>
                    <a:lstStyle/>
                    <a:p>
                      <a:r>
                        <a:rPr sz="2025" b="1">
                          <a:solidFill>
                            <a:srgbClr val="FFFFFF"/>
                          </a:solidFill>
                          <a:latin typeface="NanumGothic"/>
                          <a:ea typeface="NanumGothic"/>
                          <a:cs typeface="NanumGothic"/>
                        </a:rPr>
                        <a:t>다음 과제</a:t>
                      </a:r>
                    </a:p>
                  </a:txBody>
                  <a:tcPr marL="91440" marR="91440" marT="45720" marB="45720">
                    <a:lnL w="9525">
                      <a:solidFill>
                        <a:srgbClr val="D4DED7"/>
                      </a:solidFill>
                      <a:prstDash val="solid"/>
                    </a:lnL>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a:lstStyle/>
                    <a:p>
                      <a:r>
                        <a:rPr sz="2025" b="1">
                          <a:solidFill>
                            <a:srgbClr val="FFFFFF"/>
                          </a:solidFill>
                          <a:latin typeface="NanumGothic"/>
                          <a:ea typeface="NanumGothic"/>
                          <a:cs typeface="NanumGothic"/>
                        </a:rPr>
                        <a:t>확인할 내용</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r>
              <a:tr h="704850">
                <a:tc>
                  <a:txBody>
                    <a:bodyPr/>
                    <a:lstStyle/>
                    <a:p>
                      <a:r>
                        <a:rPr sz="2025" b="0">
                          <a:solidFill>
                            <a:srgbClr val="243F3A"/>
                          </a:solidFill>
                          <a:latin typeface="NanumGothic"/>
                          <a:ea typeface="NanumGothic"/>
                          <a:cs typeface="NanumGothic"/>
                        </a:rPr>
                        <a:t>전체 과정 연결</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a:lstStyle/>
                    <a:p>
                      <a:r>
                        <a:rPr sz="2025" b="0">
                          <a:solidFill>
                            <a:srgbClr val="243F3A"/>
                          </a:solidFill>
                          <a:latin typeface="NanumGothic"/>
                          <a:ea typeface="NanumGothic"/>
                          <a:cs typeface="NanumGothic"/>
                        </a:rPr>
                        <a:t>실제 사진 읽기와 공식 약품 확인을 연속으로 시험</a:t>
                      </a:r>
                    </a:p>
                  </a:txBody>
                  <a:tcPr marL="91440" marR="91440" marT="45720" marB="45720">
                    <a:lnR w="9525">
                      <a:solidFill>
                        <a:srgbClr val="D4DED7"/>
                      </a:solidFill>
                      <a:prstDash val="solid"/>
                    </a:lnR>
                    <a:lnB w="9525">
                      <a:solidFill>
                        <a:srgbClr val="D4DED7"/>
                      </a:solidFill>
                      <a:prstDash val="solid"/>
                    </a:lnB>
                    <a:solidFill>
                      <a:srgbClr val="FFFFFF"/>
                    </a:solidFill>
                  </a:tcPr>
                </a:tc>
              </a:tr>
              <a:tr h="704850">
                <a:tc>
                  <a:txBody>
                    <a:bodyPr/>
                    <a:lstStyle/>
                    <a:p>
                      <a:r>
                        <a:rPr sz="2025" b="0">
                          <a:solidFill>
                            <a:srgbClr val="243F3A"/>
                          </a:solidFill>
                          <a:latin typeface="NanumGothic"/>
                          <a:ea typeface="NanumGothic"/>
                          <a:cs typeface="NanumGothic"/>
                        </a:rPr>
                        <a:t>자료 종류 확대</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CF0EB"/>
                    </a:solidFill>
                  </a:tcPr>
                </a:tc>
                <a:tc>
                  <a:txBody>
                    <a:bodyPr/>
                    <a:lstStyle/>
                    <a:p>
                      <a:r>
                        <a:rPr sz="2025" b="0">
                          <a:solidFill>
                            <a:srgbClr val="243F3A"/>
                          </a:solidFill>
                          <a:latin typeface="NanumGothic"/>
                          <a:ea typeface="NanumGothic"/>
                          <a:cs typeface="NanumGothic"/>
                        </a:rPr>
                        <a:t>항목별로 맞게 읽었는지, 잘못 연결하거나 보류한 경우</a:t>
                      </a:r>
                    </a:p>
                  </a:txBody>
                  <a:tcPr marL="91440" marR="91440" marT="45720" marB="45720">
                    <a:lnR w="9525">
                      <a:solidFill>
                        <a:srgbClr val="D4DED7"/>
                      </a:solidFill>
                      <a:prstDash val="solid"/>
                    </a:lnR>
                    <a:lnB w="9525">
                      <a:solidFill>
                        <a:srgbClr val="D4DED7"/>
                      </a:solidFill>
                      <a:prstDash val="solid"/>
                    </a:lnB>
                    <a:solidFill>
                      <a:srgbClr val="ECF0EB"/>
                    </a:solidFill>
                  </a:tcPr>
                </a:tc>
              </a:tr>
              <a:tr h="704850">
                <a:tc>
                  <a:txBody>
                    <a:bodyPr/>
                    <a:lstStyle/>
                    <a:p>
                      <a:r>
                        <a:rPr sz="2025" b="0">
                          <a:solidFill>
                            <a:srgbClr val="243F3A"/>
                          </a:solidFill>
                          <a:latin typeface="NanumGothic"/>
                          <a:ea typeface="NanumGothic"/>
                          <a:cs typeface="NanumGothic"/>
                        </a:rPr>
                        <a:t>가족 사용자 시험</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a:lstStyle/>
                    <a:p>
                      <a:r>
                        <a:rPr sz="2025" b="0">
                          <a:solidFill>
                            <a:srgbClr val="243F3A"/>
                          </a:solidFill>
                          <a:latin typeface="NanumGothic"/>
                          <a:ea typeface="NanumGothic"/>
                          <a:cs typeface="NanumGothic"/>
                        </a:rPr>
                        <a:t>끝까지 완료했는지, 걸린 시간과 어려웠던 부분</a:t>
                      </a:r>
                    </a:p>
                  </a:txBody>
                  <a:tcPr marL="91440" marR="91440" marT="45720" marB="45720">
                    <a:lnR w="9525">
                      <a:solidFill>
                        <a:srgbClr val="D4DED7"/>
                      </a:solidFill>
                      <a:prstDash val="solid"/>
                    </a:lnR>
                    <a:lnB w="9525">
                      <a:solidFill>
                        <a:srgbClr val="D4DED7"/>
                      </a:solidFill>
                      <a:prstDash val="solid"/>
                    </a:lnB>
                    <a:solidFill>
                      <a:srgbClr val="FFFFFF"/>
                    </a:solidFill>
                  </a:tcPr>
                </a:tc>
              </a:tr>
              <a:tr h="704850">
                <a:tc>
                  <a:txBody>
                    <a:bodyPr/>
                    <a:lstStyle/>
                    <a:p>
                      <a:r>
                        <a:rPr sz="2025" b="0">
                          <a:solidFill>
                            <a:srgbClr val="243F3A"/>
                          </a:solidFill>
                          <a:latin typeface="NanumGothic"/>
                          <a:ea typeface="NanumGothic"/>
                          <a:cs typeface="NanumGothic"/>
                        </a:rPr>
                        <a:t>운영 준비</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CF0EB"/>
                    </a:solidFill>
                  </a:tcPr>
                </a:tc>
                <a:tc>
                  <a:txBody>
                    <a:bodyPr/>
                    <a:lstStyle/>
                    <a:p>
                      <a:r>
                        <a:rPr sz="2025" b="0">
                          <a:solidFill>
                            <a:srgbClr val="243F3A"/>
                          </a:solidFill>
                          <a:latin typeface="NanumGothic"/>
                          <a:ea typeface="NanumGothic"/>
                          <a:cs typeface="NanumGothic"/>
                        </a:rPr>
                        <a:t>동의·접근 권한·보관·삭제·백업 정책</a:t>
                      </a:r>
                    </a:p>
                  </a:txBody>
                  <a:tcPr marL="91440" marR="91440" marT="45720" marB="45720">
                    <a:lnR w="9525">
                      <a:solidFill>
                        <a:srgbClr val="D4DED7"/>
                      </a:solidFill>
                      <a:prstDash val="solid"/>
                    </a:lnR>
                    <a:lnB w="9525">
                      <a:solidFill>
                        <a:srgbClr val="D4DED7"/>
                      </a:solidFill>
                      <a:prstDash val="solid"/>
                    </a:lnB>
                    <a:solidFill>
                      <a:srgbClr val="ECF0EB"/>
                    </a:solidFill>
                  </a:tcPr>
                </a:tc>
              </a:tr>
            </a:tbl>
          </a:graphicData>
        </a:graphic>
      </p:graphicFrame>
      <p:sp>
        <p:nvSpPr>
          <p:cNvPr id="4" name="">
            <a:extLst xmlns:a="http://schemas.openxmlformats.org/drawingml/2006/main">
              <a:ext uri="{FF2B5EF4-FFF2-40B4-BE49-F238E27FC236}">
                <a16:creationId xmlns:a16="http://schemas.microsoft.com/office/drawing/2014/main" id="{DE65F5E3-4774-4657-A481-1EA3462A9ACF}"/>
              </a:ext>
            </a:extLst>
          </p:cNvPr>
          <p:cNvSpPr>
            <a:spLocks xmlns:a="http://schemas.openxmlformats.org/drawingml/2006/main" noGrp="1"/>
          </p:cNvSpPr>
          <p:nvPr/>
        </p:nvSpPr>
        <p:spPr>
          <a:xfrm xmlns:a="http://schemas.openxmlformats.org/drawingml/2006/main">
            <a:off x="609600" y="57531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3736D"/>
                </a:solidFill>
                <a:latin typeface="NanumGothic"/>
                <a:ea typeface="NanumGothic"/>
                <a:cs typeface="NanumGothic"/>
              </a:defRPr>
            </a:defPPr>
            <a:lvl1pPr>
              <a:defRPr sz="1800" b="0">
                <a:solidFill>
                  <a:srgbClr val="63736D"/>
                </a:solidFill>
                <a:latin typeface="NanumGothic"/>
                <a:ea typeface="NanumGothic"/>
                <a:cs typeface="NanumGothic"/>
              </a:defRPr>
            </a:lvl1pPr>
            <a:lvl2pPr>
              <a:defRPr sz="1800" b="0">
                <a:solidFill>
                  <a:srgbClr val="63736D"/>
                </a:solidFill>
                <a:latin typeface="NanumGothic"/>
                <a:ea typeface="NanumGothic"/>
                <a:cs typeface="NanumGothic"/>
              </a:defRPr>
            </a:lvl2pPr>
            <a:lvl3pPr>
              <a:defRPr sz="1800" b="0">
                <a:solidFill>
                  <a:srgbClr val="63736D"/>
                </a:solidFill>
                <a:latin typeface="NanumGothic"/>
                <a:ea typeface="NanumGothic"/>
                <a:cs typeface="NanumGothic"/>
              </a:defRPr>
            </a:lvl3pPr>
            <a:lvl4pPr>
              <a:defRPr sz="1800" b="0">
                <a:solidFill>
                  <a:srgbClr val="63736D"/>
                </a:solidFill>
                <a:latin typeface="NanumGothic"/>
                <a:ea typeface="NanumGothic"/>
                <a:cs typeface="NanumGothic"/>
              </a:defRPr>
            </a:lvl4pPr>
            <a:lvl5pPr>
              <a:defRPr sz="1800" b="0">
                <a:solidFill>
                  <a:srgbClr val="63736D"/>
                </a:solidFill>
                <a:latin typeface="NanumGothic"/>
                <a:ea typeface="NanumGothic"/>
                <a:cs typeface="NanumGothic"/>
              </a:defRPr>
            </a:lvl5pPr>
            <a:lvl6pPr>
              <a:defRPr sz="1800" b="0">
                <a:solidFill>
                  <a:srgbClr val="63736D"/>
                </a:solidFill>
                <a:latin typeface="NanumGothic"/>
                <a:ea typeface="NanumGothic"/>
                <a:cs typeface="NanumGothic"/>
              </a:defRPr>
            </a:lvl6pPr>
            <a:lvl7pPr>
              <a:defRPr sz="1800" b="0">
                <a:solidFill>
                  <a:srgbClr val="63736D"/>
                </a:solidFill>
                <a:latin typeface="NanumGothic"/>
                <a:ea typeface="NanumGothic"/>
                <a:cs typeface="NanumGothic"/>
              </a:defRPr>
            </a:lvl7pPr>
            <a:lvl8pPr>
              <a:defRPr sz="1800" b="0">
                <a:solidFill>
                  <a:srgbClr val="63736D"/>
                </a:solidFill>
                <a:latin typeface="NanumGothic"/>
                <a:ea typeface="NanumGothic"/>
                <a:cs typeface="NanumGothic"/>
              </a:defRPr>
            </a:lvl8pPr>
            <a:lvl9pPr>
              <a:defRPr sz="1800" b="0">
                <a:solidFill>
                  <a:srgbClr val="63736D"/>
                </a:solidFill>
                <a:latin typeface="NanumGothic"/>
                <a:ea typeface="NanumGothic"/>
                <a:cs typeface="NanumGothic"/>
              </a:defRPr>
            </a:lvl9pPr>
          </a:lstStyle>
          <a:p xmlns:a="http://schemas.openxmlformats.org/drawingml/2006/main">
            <a:pPr>
              <a:defRPr sz="1800" b="0">
                <a:solidFill>
                  <a:srgbClr val="63736D"/>
                </a:solidFill>
                <a:latin typeface="NanumGothic"/>
                <a:ea typeface="NanumGothic"/>
                <a:cs typeface="NanumGothic"/>
              </a:defRPr>
            </a:pPr>
            <a:r>
              <a:rPr sz="1800" b="0">
                <a:solidFill>
                  <a:srgbClr val="63736D"/>
                </a:solidFill>
                <a:latin typeface="NanumGothic"/>
                <a:ea typeface="NanumGothic"/>
                <a:cs typeface="NanumGothic"/>
              </a:rPr>
              <a:t>현재는 합성 자료로 시험하는 시제품입니다. 실제 건강정보 운영은 준비가 더 필요합니다.</a:t>
            </a:r>
          </a:p>
        </p:txBody>
      </p:sp>
      <p:sp>
        <p:nvSpPr>
          <p:cNvPr id="5" name="page-number">
            <a:extLst xmlns:a="http://schemas.openxmlformats.org/drawingml/2006/main">
              <a:ext uri="{FF2B5EF4-FFF2-40B4-BE49-F238E27FC236}">
                <a16:creationId xmlns:a16="http://schemas.microsoft.com/office/drawing/2014/main" id="{77A56886-B680-4FAC-B38A-0DDFB3BE407C}"/>
              </a:ext>
            </a:extLst>
          </p:cNvPr>
          <p:cNvSpPr>
            <a:spLocks xmlns:a="http://schemas.openxmlformats.org/drawingml/2006/main" noGrp="1"/>
          </p:cNvSpPr>
          <p:nvPr/>
        </p:nvSpPr>
        <p:spPr>
          <a:xfrm xmlns:a="http://schemas.openxmlformats.org/drawingml/2006/main">
            <a:off x="11049000" y="65532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63736D"/>
                </a:solidFill>
                <a:latin typeface="NanumGothic"/>
                <a:ea typeface="NanumGothic"/>
                <a:cs typeface="NanumGothic"/>
              </a:defRPr>
            </a:defPPr>
            <a:lvl1pPr>
              <a:defRPr sz="1350">
                <a:solidFill>
                  <a:srgbClr val="63736D"/>
                </a:solidFill>
                <a:latin typeface="NanumGothic"/>
                <a:ea typeface="NanumGothic"/>
                <a:cs typeface="NanumGothic"/>
              </a:defRPr>
            </a:lvl1pPr>
            <a:lvl2pPr>
              <a:defRPr sz="1350">
                <a:solidFill>
                  <a:srgbClr val="63736D"/>
                </a:solidFill>
                <a:latin typeface="NanumGothic"/>
                <a:ea typeface="NanumGothic"/>
                <a:cs typeface="NanumGothic"/>
              </a:defRPr>
            </a:lvl2pPr>
            <a:lvl3pPr>
              <a:defRPr sz="1350">
                <a:solidFill>
                  <a:srgbClr val="63736D"/>
                </a:solidFill>
                <a:latin typeface="NanumGothic"/>
                <a:ea typeface="NanumGothic"/>
                <a:cs typeface="NanumGothic"/>
              </a:defRPr>
            </a:lvl3pPr>
            <a:lvl4pPr>
              <a:defRPr sz="1350">
                <a:solidFill>
                  <a:srgbClr val="63736D"/>
                </a:solidFill>
                <a:latin typeface="NanumGothic"/>
                <a:ea typeface="NanumGothic"/>
                <a:cs typeface="NanumGothic"/>
              </a:defRPr>
            </a:lvl4pPr>
            <a:lvl5pPr>
              <a:defRPr sz="1350">
                <a:solidFill>
                  <a:srgbClr val="63736D"/>
                </a:solidFill>
                <a:latin typeface="NanumGothic"/>
                <a:ea typeface="NanumGothic"/>
                <a:cs typeface="NanumGothic"/>
              </a:defRPr>
            </a:lvl5pPr>
            <a:lvl6pPr>
              <a:defRPr sz="1350">
                <a:solidFill>
                  <a:srgbClr val="63736D"/>
                </a:solidFill>
                <a:latin typeface="NanumGothic"/>
                <a:ea typeface="NanumGothic"/>
                <a:cs typeface="NanumGothic"/>
              </a:defRPr>
            </a:lvl6pPr>
            <a:lvl7pPr>
              <a:defRPr sz="1350">
                <a:solidFill>
                  <a:srgbClr val="63736D"/>
                </a:solidFill>
                <a:latin typeface="NanumGothic"/>
                <a:ea typeface="NanumGothic"/>
                <a:cs typeface="NanumGothic"/>
              </a:defRPr>
            </a:lvl7pPr>
            <a:lvl8pPr>
              <a:defRPr sz="1350">
                <a:solidFill>
                  <a:srgbClr val="63736D"/>
                </a:solidFill>
                <a:latin typeface="NanumGothic"/>
                <a:ea typeface="NanumGothic"/>
                <a:cs typeface="NanumGothic"/>
              </a:defRPr>
            </a:lvl8pPr>
            <a:lvl9pPr>
              <a:defRPr sz="1350">
                <a:solidFill>
                  <a:srgbClr val="63736D"/>
                </a:solidFill>
                <a:latin typeface="NanumGothic"/>
                <a:ea typeface="NanumGothic"/>
                <a:cs typeface="NanumGothic"/>
              </a:defRPr>
            </a:lvl9pPr>
          </a:lstStyle>
          <a:p xmlns:a="http://schemas.openxmlformats.org/drawingml/2006/main">
            <a:pPr>
              <a:defRPr sz="1350">
                <a:solidFill>
                  <a:srgbClr val="63736D"/>
                </a:solidFill>
                <a:latin typeface="NanumGothic"/>
                <a:ea typeface="NanumGothic"/>
                <a:cs typeface="NanumGothic"/>
              </a:defRPr>
            </a:pPr>
            <a:r>
              <a:rPr sz="1350">
                <a:solidFill>
                  <a:srgbClr val="63736D"/>
                </a:solidFill>
                <a:latin typeface="NanumGothic"/>
                <a:ea typeface="NanumGothic"/>
                <a:cs typeface="NanumGothic"/>
              </a:rPr>
              <a:t>11</a:t>
            </a:r>
          </a:p>
        </p:txBody>
      </p:sp>
    </p:spTree>
    <p:extLst>
      <p:ext uri="{BB962C8B-B14F-4D97-AF65-F5344CB8AC3E}">
        <p14:creationId xmlns:p14="http://schemas.microsoft.com/office/powerpoint/2010/main" val="2085034044"/>
      </p:ext>
    </p:extLst>
  </p:cSld>
</p:sld>
</file>

<file path=ppt/slides/slide12.xml><?xml version="1.0" encoding="utf-8"?>
<p:sld xmlns:p="http://schemas.openxmlformats.org/presentationml/2006/main">
  <p:cSld>
    <p:bg>
      <p:bgPr>
        <a:solidFill xmlns:a="http://schemas.openxmlformats.org/drawingml/2006/main">
          <a:srgbClr val="173D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C459D49-6CC3-4035-8894-57EED50308DC}"/>
              </a:ext>
            </a:extLst>
          </p:cNvPr>
          <p:cNvSpPr>
            <a:spLocks xmlns:a="http://schemas.openxmlformats.org/drawingml/2006/main" noGrp="1"/>
          </p:cNvSpPr>
          <p:nvPr/>
        </p:nvSpPr>
        <p:spPr>
          <a:xfrm xmlns:a="http://schemas.openxmlformats.org/drawingml/2006/main">
            <a:off x="628650" y="112395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FFFFFF"/>
                </a:solidFill>
                <a:latin typeface="NanumGothic"/>
                <a:ea typeface="NanumGothic"/>
                <a:cs typeface="NanumGothic"/>
              </a:defRPr>
            </a:defPPr>
            <a:lvl1pPr>
              <a:defRPr sz="4350" b="1">
                <a:solidFill>
                  <a:srgbClr val="FFFFFF"/>
                </a:solidFill>
                <a:latin typeface="NanumGothic"/>
                <a:ea typeface="NanumGothic"/>
                <a:cs typeface="NanumGothic"/>
              </a:defRPr>
            </a:lvl1pPr>
            <a:lvl2pPr>
              <a:defRPr sz="4350" b="1">
                <a:solidFill>
                  <a:srgbClr val="FFFFFF"/>
                </a:solidFill>
                <a:latin typeface="NanumGothic"/>
                <a:ea typeface="NanumGothic"/>
                <a:cs typeface="NanumGothic"/>
              </a:defRPr>
            </a:lvl2pPr>
            <a:lvl3pPr>
              <a:defRPr sz="4350" b="1">
                <a:solidFill>
                  <a:srgbClr val="FFFFFF"/>
                </a:solidFill>
                <a:latin typeface="NanumGothic"/>
                <a:ea typeface="NanumGothic"/>
                <a:cs typeface="NanumGothic"/>
              </a:defRPr>
            </a:lvl3pPr>
            <a:lvl4pPr>
              <a:defRPr sz="4350" b="1">
                <a:solidFill>
                  <a:srgbClr val="FFFFFF"/>
                </a:solidFill>
                <a:latin typeface="NanumGothic"/>
                <a:ea typeface="NanumGothic"/>
                <a:cs typeface="NanumGothic"/>
              </a:defRPr>
            </a:lvl4pPr>
            <a:lvl5pPr>
              <a:defRPr sz="4350" b="1">
                <a:solidFill>
                  <a:srgbClr val="FFFFFF"/>
                </a:solidFill>
                <a:latin typeface="NanumGothic"/>
                <a:ea typeface="NanumGothic"/>
                <a:cs typeface="NanumGothic"/>
              </a:defRPr>
            </a:lvl5pPr>
            <a:lvl6pPr>
              <a:defRPr sz="4350" b="1">
                <a:solidFill>
                  <a:srgbClr val="FFFFFF"/>
                </a:solidFill>
                <a:latin typeface="NanumGothic"/>
                <a:ea typeface="NanumGothic"/>
                <a:cs typeface="NanumGothic"/>
              </a:defRPr>
            </a:lvl6pPr>
            <a:lvl7pPr>
              <a:defRPr sz="4350" b="1">
                <a:solidFill>
                  <a:srgbClr val="FFFFFF"/>
                </a:solidFill>
                <a:latin typeface="NanumGothic"/>
                <a:ea typeface="NanumGothic"/>
                <a:cs typeface="NanumGothic"/>
              </a:defRPr>
            </a:lvl7pPr>
            <a:lvl8pPr>
              <a:defRPr sz="4350" b="1">
                <a:solidFill>
                  <a:srgbClr val="FFFFFF"/>
                </a:solidFill>
                <a:latin typeface="NanumGothic"/>
                <a:ea typeface="NanumGothic"/>
                <a:cs typeface="NanumGothic"/>
              </a:defRPr>
            </a:lvl8pPr>
            <a:lvl9pPr>
              <a:defRPr sz="4350" b="1">
                <a:solidFill>
                  <a:srgbClr val="FFFFFF"/>
                </a:solidFill>
                <a:latin typeface="NanumGothic"/>
                <a:ea typeface="NanumGothic"/>
                <a:cs typeface="NanumGothic"/>
              </a:defRPr>
            </a:lvl9pPr>
          </a:lstStyle>
          <a:p xmlns:a="http://schemas.openxmlformats.org/drawingml/2006/main">
            <a:pPr>
              <a:defRPr sz="4350" b="1">
                <a:solidFill>
                  <a:srgbClr val="FFFFFF"/>
                </a:solidFill>
                <a:latin typeface="NanumGothic"/>
                <a:ea typeface="NanumGothic"/>
                <a:cs typeface="NanumGothic"/>
              </a:defRPr>
            </a:pPr>
            <a:r>
              <a:rPr sz="4350" b="1">
                <a:solidFill>
                  <a:srgbClr val="FFFFFF"/>
                </a:solidFill>
                <a:latin typeface="NanumGothic"/>
                <a:ea typeface="NanumGothic"/>
                <a:cs typeface="NanumGothic"/>
              </a:rPr>
              <a:t>달라진 약 기록을,</a:t>
            </a:r>
          </a:p>
          <a:p xmlns:a="http://schemas.openxmlformats.org/drawingml/2006/main">
            <a:pPr>
              <a:defRPr sz="4350" b="1">
                <a:solidFill>
                  <a:srgbClr val="FFFFFF"/>
                </a:solidFill>
                <a:latin typeface="NanumGothic"/>
                <a:ea typeface="NanumGothic"/>
                <a:cs typeface="NanumGothic"/>
              </a:defRPr>
            </a:pPr>
            <a:r>
              <a:rPr sz="4350" b="1">
                <a:solidFill>
                  <a:srgbClr val="FFFFFF"/>
                </a:solidFill>
                <a:latin typeface="NanumGothic"/>
                <a:ea typeface="NanumGothic"/>
                <a:cs typeface="NanumGothic"/>
              </a:rPr>
              <a:t>가족이 확인할 수 있게</a:t>
            </a:r>
          </a:p>
        </p:txBody>
      </p:sp>
      <p:sp>
        <p:nvSpPr>
          <p:cNvPr id="3" name="">
            <a:extLst xmlns:a="http://schemas.openxmlformats.org/drawingml/2006/main">
              <a:ext uri="{FF2B5EF4-FFF2-40B4-BE49-F238E27FC236}">
                <a16:creationId xmlns:a16="http://schemas.microsoft.com/office/drawing/2014/main" id="{50B8CC17-01F0-419E-BE26-B6CA8A0A4125}"/>
              </a:ext>
            </a:extLst>
          </p:cNvPr>
          <p:cNvSpPr>
            <a:spLocks xmlns:a="http://schemas.openxmlformats.org/drawingml/2006/main" noGrp="1"/>
          </p:cNvSpPr>
          <p:nvPr/>
        </p:nvSpPr>
        <p:spPr>
          <a:xfrm xmlns:a="http://schemas.openxmlformats.org/drawingml/2006/main">
            <a:off x="666750" y="34575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FFFFFF"/>
                </a:solidFill>
                <a:latin typeface="NanumGothic"/>
                <a:ea typeface="NanumGothic"/>
                <a:cs typeface="NanumGothic"/>
              </a:defRPr>
            </a:defPPr>
            <a:lvl1pPr>
              <a:defRPr sz="2550" b="0">
                <a:solidFill>
                  <a:srgbClr val="FFFFFF"/>
                </a:solidFill>
                <a:latin typeface="NanumGothic"/>
                <a:ea typeface="NanumGothic"/>
                <a:cs typeface="NanumGothic"/>
              </a:defRPr>
            </a:lvl1pPr>
            <a:lvl2pPr>
              <a:defRPr sz="2550" b="0">
                <a:solidFill>
                  <a:srgbClr val="FFFFFF"/>
                </a:solidFill>
                <a:latin typeface="NanumGothic"/>
                <a:ea typeface="NanumGothic"/>
                <a:cs typeface="NanumGothic"/>
              </a:defRPr>
            </a:lvl2pPr>
            <a:lvl3pPr>
              <a:defRPr sz="2550" b="0">
                <a:solidFill>
                  <a:srgbClr val="FFFFFF"/>
                </a:solidFill>
                <a:latin typeface="NanumGothic"/>
                <a:ea typeface="NanumGothic"/>
                <a:cs typeface="NanumGothic"/>
              </a:defRPr>
            </a:lvl3pPr>
            <a:lvl4pPr>
              <a:defRPr sz="2550" b="0">
                <a:solidFill>
                  <a:srgbClr val="FFFFFF"/>
                </a:solidFill>
                <a:latin typeface="NanumGothic"/>
                <a:ea typeface="NanumGothic"/>
                <a:cs typeface="NanumGothic"/>
              </a:defRPr>
            </a:lvl4pPr>
            <a:lvl5pPr>
              <a:defRPr sz="2550" b="0">
                <a:solidFill>
                  <a:srgbClr val="FFFFFF"/>
                </a:solidFill>
                <a:latin typeface="NanumGothic"/>
                <a:ea typeface="NanumGothic"/>
                <a:cs typeface="NanumGothic"/>
              </a:defRPr>
            </a:lvl5pPr>
            <a:lvl6pPr>
              <a:defRPr sz="2550" b="0">
                <a:solidFill>
                  <a:srgbClr val="FFFFFF"/>
                </a:solidFill>
                <a:latin typeface="NanumGothic"/>
                <a:ea typeface="NanumGothic"/>
                <a:cs typeface="NanumGothic"/>
              </a:defRPr>
            </a:lvl6pPr>
            <a:lvl7pPr>
              <a:defRPr sz="2550" b="0">
                <a:solidFill>
                  <a:srgbClr val="FFFFFF"/>
                </a:solidFill>
                <a:latin typeface="NanumGothic"/>
                <a:ea typeface="NanumGothic"/>
                <a:cs typeface="NanumGothic"/>
              </a:defRPr>
            </a:lvl7pPr>
            <a:lvl8pPr>
              <a:defRPr sz="2550" b="0">
                <a:solidFill>
                  <a:srgbClr val="FFFFFF"/>
                </a:solidFill>
                <a:latin typeface="NanumGothic"/>
                <a:ea typeface="NanumGothic"/>
                <a:cs typeface="NanumGothic"/>
              </a:defRPr>
            </a:lvl8pPr>
            <a:lvl9pPr>
              <a:defRPr sz="2550" b="0">
                <a:solidFill>
                  <a:srgbClr val="FFFFFF"/>
                </a:solidFill>
                <a:latin typeface="NanumGothic"/>
                <a:ea typeface="NanumGothic"/>
                <a:cs typeface="NanumGothic"/>
              </a:defRPr>
            </a:lvl9pPr>
          </a:lstStyle>
          <a:p xmlns:a="http://schemas.openxmlformats.org/drawingml/2006/main">
            <a:pPr>
              <a:defRPr sz="2550" b="0">
                <a:solidFill>
                  <a:srgbClr val="FFFFFF"/>
                </a:solidFill>
                <a:latin typeface="NanumGothic"/>
                <a:ea typeface="NanumGothic"/>
                <a:cs typeface="NanumGothic"/>
              </a:defRPr>
            </a:pPr>
            <a:r>
              <a:rPr sz="2550" b="0">
                <a:solidFill>
                  <a:srgbClr val="FFFFFF"/>
                </a:solidFill>
                <a:latin typeface="NanumGothic"/>
                <a:ea typeface="NanumGothic"/>
                <a:cs typeface="NanumGothic"/>
              </a:rPr>
              <a:t>달라진 값을 보고, 지금 먹는 약을 따로 확인합니다</a:t>
            </a:r>
          </a:p>
        </p:txBody>
      </p:sp>
      <p:sp>
        <p:nvSpPr>
          <p:cNvPr id="4" name="">
            <a:extLst xmlns:a="http://schemas.openxmlformats.org/drawingml/2006/main">
              <a:ext uri="{FF2B5EF4-FFF2-40B4-BE49-F238E27FC236}">
                <a16:creationId xmlns:a16="http://schemas.microsoft.com/office/drawing/2014/main" id="{9F8BD958-5A58-4C8A-A256-4FCA125FD3B4}"/>
              </a:ext>
            </a:extLst>
          </p:cNvPr>
          <p:cNvSpPr>
            <a:spLocks xmlns:a="http://schemas.openxmlformats.org/drawingml/2006/main" noGrp="1"/>
          </p:cNvSpPr>
          <p:nvPr/>
        </p:nvSpPr>
        <p:spPr>
          <a:xfrm xmlns:a="http://schemas.openxmlformats.org/drawingml/2006/main">
            <a:off x="666750" y="466725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D4DED7"/>
                </a:solidFill>
                <a:latin typeface="NanumGothic"/>
                <a:ea typeface="NanumGothic"/>
                <a:cs typeface="NanumGothic"/>
              </a:defRPr>
            </a:defPPr>
            <a:lvl1pPr>
              <a:defRPr sz="2100" b="0">
                <a:solidFill>
                  <a:srgbClr val="D4DED7"/>
                </a:solidFill>
                <a:latin typeface="NanumGothic"/>
                <a:ea typeface="NanumGothic"/>
                <a:cs typeface="NanumGothic"/>
              </a:defRPr>
            </a:lvl1pPr>
            <a:lvl2pPr>
              <a:defRPr sz="2100" b="0">
                <a:solidFill>
                  <a:srgbClr val="D4DED7"/>
                </a:solidFill>
                <a:latin typeface="NanumGothic"/>
                <a:ea typeface="NanumGothic"/>
                <a:cs typeface="NanumGothic"/>
              </a:defRPr>
            </a:lvl2pPr>
            <a:lvl3pPr>
              <a:defRPr sz="2100" b="0">
                <a:solidFill>
                  <a:srgbClr val="D4DED7"/>
                </a:solidFill>
                <a:latin typeface="NanumGothic"/>
                <a:ea typeface="NanumGothic"/>
                <a:cs typeface="NanumGothic"/>
              </a:defRPr>
            </a:lvl3pPr>
            <a:lvl4pPr>
              <a:defRPr sz="2100" b="0">
                <a:solidFill>
                  <a:srgbClr val="D4DED7"/>
                </a:solidFill>
                <a:latin typeface="NanumGothic"/>
                <a:ea typeface="NanumGothic"/>
                <a:cs typeface="NanumGothic"/>
              </a:defRPr>
            </a:lvl4pPr>
            <a:lvl5pPr>
              <a:defRPr sz="2100" b="0">
                <a:solidFill>
                  <a:srgbClr val="D4DED7"/>
                </a:solidFill>
                <a:latin typeface="NanumGothic"/>
                <a:ea typeface="NanumGothic"/>
                <a:cs typeface="NanumGothic"/>
              </a:defRPr>
            </a:lvl5pPr>
            <a:lvl6pPr>
              <a:defRPr sz="2100" b="0">
                <a:solidFill>
                  <a:srgbClr val="D4DED7"/>
                </a:solidFill>
                <a:latin typeface="NanumGothic"/>
                <a:ea typeface="NanumGothic"/>
                <a:cs typeface="NanumGothic"/>
              </a:defRPr>
            </a:lvl6pPr>
            <a:lvl7pPr>
              <a:defRPr sz="2100" b="0">
                <a:solidFill>
                  <a:srgbClr val="D4DED7"/>
                </a:solidFill>
                <a:latin typeface="NanumGothic"/>
                <a:ea typeface="NanumGothic"/>
                <a:cs typeface="NanumGothic"/>
              </a:defRPr>
            </a:lvl7pPr>
            <a:lvl8pPr>
              <a:defRPr sz="2100" b="0">
                <a:solidFill>
                  <a:srgbClr val="D4DED7"/>
                </a:solidFill>
                <a:latin typeface="NanumGothic"/>
                <a:ea typeface="NanumGothic"/>
                <a:cs typeface="NanumGothic"/>
              </a:defRPr>
            </a:lvl8pPr>
            <a:lvl9pPr>
              <a:defRPr sz="2100" b="0">
                <a:solidFill>
                  <a:srgbClr val="D4DED7"/>
                </a:solidFill>
                <a:latin typeface="NanumGothic"/>
                <a:ea typeface="NanumGothic"/>
                <a:cs typeface="NanumGothic"/>
              </a:defRPr>
            </a:lvl9pPr>
          </a:lstStyle>
          <a:p xmlns:a="http://schemas.openxmlformats.org/drawingml/2006/main">
            <a:pPr>
              <a:defRPr sz="2100" b="0">
                <a:solidFill>
                  <a:srgbClr val="D4DED7"/>
                </a:solidFill>
                <a:latin typeface="NanumGothic"/>
                <a:ea typeface="NanumGothic"/>
                <a:cs typeface="NanumGothic"/>
              </a:defRPr>
            </a:pPr>
            <a:r>
              <a:rPr sz="2100" b="0">
                <a:solidFill>
                  <a:srgbClr val="D4DED7"/>
                </a:solidFill>
                <a:latin typeface="NanumGothic"/>
                <a:ea typeface="NanumGothic"/>
                <a:cs typeface="NanumGothic"/>
              </a:rPr>
              <a:t>확인할 수 없는 값은 이유와 함께 보류합니다.</a:t>
            </a:r>
          </a:p>
        </p:txBody>
      </p:sp>
      <p:sp>
        <p:nvSpPr>
          <p:cNvPr id="5" name="">
            <a:extLst xmlns:a="http://schemas.openxmlformats.org/drawingml/2006/main">
              <a:ext uri="{FF2B5EF4-FFF2-40B4-BE49-F238E27FC236}">
                <a16:creationId xmlns:a16="http://schemas.microsoft.com/office/drawing/2014/main" id="{2299F0A9-74B2-457A-AD0B-4C78203A8E28}"/>
              </a:ext>
            </a:extLst>
          </p:cNvPr>
          <p:cNvSpPr>
            <a:spLocks xmlns:a="http://schemas.openxmlformats.org/drawingml/2006/main" noGrp="1"/>
          </p:cNvSpPr>
          <p:nvPr/>
        </p:nvSpPr>
        <p:spPr>
          <a:xfrm xmlns:a="http://schemas.openxmlformats.org/drawingml/2006/main">
            <a:off x="666750" y="60102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D4DED7"/>
                </a:solidFill>
                <a:latin typeface="NanumGothic"/>
                <a:ea typeface="NanumGothic"/>
                <a:cs typeface="NanumGothic"/>
              </a:defRPr>
            </a:defPPr>
            <a:lvl1pPr>
              <a:defRPr sz="1875" b="0">
                <a:solidFill>
                  <a:srgbClr val="D4DED7"/>
                </a:solidFill>
                <a:latin typeface="NanumGothic"/>
                <a:ea typeface="NanumGothic"/>
                <a:cs typeface="NanumGothic"/>
              </a:defRPr>
            </a:lvl1pPr>
            <a:lvl2pPr>
              <a:defRPr sz="1875" b="0">
                <a:solidFill>
                  <a:srgbClr val="D4DED7"/>
                </a:solidFill>
                <a:latin typeface="NanumGothic"/>
                <a:ea typeface="NanumGothic"/>
                <a:cs typeface="NanumGothic"/>
              </a:defRPr>
            </a:lvl2pPr>
            <a:lvl3pPr>
              <a:defRPr sz="1875" b="0">
                <a:solidFill>
                  <a:srgbClr val="D4DED7"/>
                </a:solidFill>
                <a:latin typeface="NanumGothic"/>
                <a:ea typeface="NanumGothic"/>
                <a:cs typeface="NanumGothic"/>
              </a:defRPr>
            </a:lvl3pPr>
            <a:lvl4pPr>
              <a:defRPr sz="1875" b="0">
                <a:solidFill>
                  <a:srgbClr val="D4DED7"/>
                </a:solidFill>
                <a:latin typeface="NanumGothic"/>
                <a:ea typeface="NanumGothic"/>
                <a:cs typeface="NanumGothic"/>
              </a:defRPr>
            </a:lvl4pPr>
            <a:lvl5pPr>
              <a:defRPr sz="1875" b="0">
                <a:solidFill>
                  <a:srgbClr val="D4DED7"/>
                </a:solidFill>
                <a:latin typeface="NanumGothic"/>
                <a:ea typeface="NanumGothic"/>
                <a:cs typeface="NanumGothic"/>
              </a:defRPr>
            </a:lvl5pPr>
            <a:lvl6pPr>
              <a:defRPr sz="1875" b="0">
                <a:solidFill>
                  <a:srgbClr val="D4DED7"/>
                </a:solidFill>
                <a:latin typeface="NanumGothic"/>
                <a:ea typeface="NanumGothic"/>
                <a:cs typeface="NanumGothic"/>
              </a:defRPr>
            </a:lvl6pPr>
            <a:lvl7pPr>
              <a:defRPr sz="1875" b="0">
                <a:solidFill>
                  <a:srgbClr val="D4DED7"/>
                </a:solidFill>
                <a:latin typeface="NanumGothic"/>
                <a:ea typeface="NanumGothic"/>
                <a:cs typeface="NanumGothic"/>
              </a:defRPr>
            </a:lvl7pPr>
            <a:lvl8pPr>
              <a:defRPr sz="1875" b="0">
                <a:solidFill>
                  <a:srgbClr val="D4DED7"/>
                </a:solidFill>
                <a:latin typeface="NanumGothic"/>
                <a:ea typeface="NanumGothic"/>
                <a:cs typeface="NanumGothic"/>
              </a:defRPr>
            </a:lvl8pPr>
            <a:lvl9pPr>
              <a:defRPr sz="1875" b="0">
                <a:solidFill>
                  <a:srgbClr val="D4DED7"/>
                </a:solidFill>
                <a:latin typeface="NanumGothic"/>
                <a:ea typeface="NanumGothic"/>
                <a:cs typeface="NanumGothic"/>
              </a:defRPr>
            </a:lvl9pPr>
          </a:lstStyle>
          <a:p xmlns:a="http://schemas.openxmlformats.org/drawingml/2006/main">
            <a:pPr>
              <a:defRPr sz="1875" b="0">
                <a:solidFill>
                  <a:srgbClr val="D4DED7"/>
                </a:solidFill>
                <a:latin typeface="NanumGothic"/>
                <a:ea typeface="NanumGothic"/>
                <a:cs typeface="NanumGothic"/>
              </a:defRPr>
            </a:pPr>
            <a:r>
              <a:rPr sz="1875" b="0">
                <a:solidFill>
                  <a:srgbClr val="D4DED7"/>
                </a:solidFill>
                <a:latin typeface="NanumGothic"/>
                <a:ea typeface="NanumGothic"/>
                <a:cs typeface="NanumGothic"/>
              </a:rPr>
              <a:t>약이음 · 신세계 팀</a:t>
            </a:r>
          </a:p>
        </p:txBody>
      </p:sp>
    </p:spTree>
    <p:extLst>
      <p:ext uri="{BB962C8B-B14F-4D97-AF65-F5344CB8AC3E}">
        <p14:creationId xmlns:p14="http://schemas.microsoft.com/office/powerpoint/2010/main" val="1258567780"/>
      </p:ext>
    </p:extLst>
  </p:cSld>
</p:sld>
</file>

<file path=ppt/slides/slide13.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text-0">
            <a:extLst xmlns:a="http://schemas.openxmlformats.org/drawingml/2006/main">
              <a:ext uri="{FF2B5EF4-FFF2-40B4-BE49-F238E27FC236}">
                <a16:creationId xmlns:a16="http://schemas.microsoft.com/office/drawing/2014/main" id="{FA6E4734-2B12-44B1-BAE2-59BA4310BB12}"/>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173D36"/>
                </a:solidFill>
                <a:latin typeface="NanumGothic"/>
                <a:ea typeface="NanumGothic"/>
                <a:cs typeface="NanumGothic"/>
              </a:defRPr>
            </a:defPPr>
            <a:lvl1pPr>
              <a:defRPr sz="3225" b="1">
                <a:solidFill>
                  <a:srgbClr val="173D36"/>
                </a:solidFill>
                <a:latin typeface="NanumGothic"/>
                <a:ea typeface="NanumGothic"/>
                <a:cs typeface="NanumGothic"/>
              </a:defRPr>
            </a:lvl1pPr>
            <a:lvl2pPr>
              <a:defRPr sz="3225" b="1">
                <a:solidFill>
                  <a:srgbClr val="173D36"/>
                </a:solidFill>
                <a:latin typeface="NanumGothic"/>
                <a:ea typeface="NanumGothic"/>
                <a:cs typeface="NanumGothic"/>
              </a:defRPr>
            </a:lvl2pPr>
            <a:lvl3pPr>
              <a:defRPr sz="3225" b="1">
                <a:solidFill>
                  <a:srgbClr val="173D36"/>
                </a:solidFill>
                <a:latin typeface="NanumGothic"/>
                <a:ea typeface="NanumGothic"/>
                <a:cs typeface="NanumGothic"/>
              </a:defRPr>
            </a:lvl3pPr>
            <a:lvl4pPr>
              <a:defRPr sz="3225" b="1">
                <a:solidFill>
                  <a:srgbClr val="173D36"/>
                </a:solidFill>
                <a:latin typeface="NanumGothic"/>
                <a:ea typeface="NanumGothic"/>
                <a:cs typeface="NanumGothic"/>
              </a:defRPr>
            </a:lvl4pPr>
            <a:lvl5pPr>
              <a:defRPr sz="3225" b="1">
                <a:solidFill>
                  <a:srgbClr val="173D36"/>
                </a:solidFill>
                <a:latin typeface="NanumGothic"/>
                <a:ea typeface="NanumGothic"/>
                <a:cs typeface="NanumGothic"/>
              </a:defRPr>
            </a:lvl5pPr>
            <a:lvl6pPr>
              <a:defRPr sz="3225" b="1">
                <a:solidFill>
                  <a:srgbClr val="173D36"/>
                </a:solidFill>
                <a:latin typeface="NanumGothic"/>
                <a:ea typeface="NanumGothic"/>
                <a:cs typeface="NanumGothic"/>
              </a:defRPr>
            </a:lvl6pPr>
            <a:lvl7pPr>
              <a:defRPr sz="3225" b="1">
                <a:solidFill>
                  <a:srgbClr val="173D36"/>
                </a:solidFill>
                <a:latin typeface="NanumGothic"/>
                <a:ea typeface="NanumGothic"/>
                <a:cs typeface="NanumGothic"/>
              </a:defRPr>
            </a:lvl7pPr>
            <a:lvl8pPr>
              <a:defRPr sz="3225" b="1">
                <a:solidFill>
                  <a:srgbClr val="173D36"/>
                </a:solidFill>
                <a:latin typeface="NanumGothic"/>
                <a:ea typeface="NanumGothic"/>
                <a:cs typeface="NanumGothic"/>
              </a:defRPr>
            </a:lvl8pPr>
            <a:lvl9pPr>
              <a:defRPr sz="3225" b="1">
                <a:solidFill>
                  <a:srgbClr val="173D36"/>
                </a:solidFill>
                <a:latin typeface="NanumGothic"/>
                <a:ea typeface="NanumGothic"/>
                <a:cs typeface="NanumGothic"/>
              </a:defRPr>
            </a:lvl9pPr>
          </a:lstStyle>
          <a:p xmlns:a="http://schemas.openxmlformats.org/drawingml/2006/main">
            <a:pPr>
              <a:defRPr sz="3225" b="1">
                <a:solidFill>
                  <a:srgbClr val="173D36"/>
                </a:solidFill>
                <a:latin typeface="NanumGothic"/>
                <a:ea typeface="NanumGothic"/>
                <a:cs typeface="NanumGothic"/>
              </a:defRPr>
            </a:pPr>
            <a:r>
              <a:rPr sz="3225" b="1">
                <a:solidFill>
                  <a:srgbClr val="173D36"/>
                </a:solidFill>
                <a:latin typeface="NanumGothic"/>
                <a:ea typeface="NanumGothic"/>
                <a:cs typeface="NanumGothic"/>
              </a:rPr>
              <a:t>부록 1 · 비교하는 항목과 판단하지 않는 것</a:t>
            </a:r>
          </a:p>
        </p:txBody>
      </p:sp>
      <p:sp>
        <p:nvSpPr>
          <p:cNvPr id="3" name="text-1">
            <a:extLst xmlns:a="http://schemas.openxmlformats.org/drawingml/2006/main">
              <a:ext uri="{FF2B5EF4-FFF2-40B4-BE49-F238E27FC236}">
                <a16:creationId xmlns:a16="http://schemas.microsoft.com/office/drawing/2014/main" id="{20C006AC-AA9C-4AD4-B1A1-D27A790A2102}"/>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13</a:t>
            </a:r>
          </a:p>
        </p:txBody>
      </p:sp>
      <p:graphicFrame>
        <p:nvGraphicFramePr>
          <p:cNvPr id="4" name="">
            <a:extLst xmlns:a="http://schemas.openxmlformats.org/drawingml/2006/main">
              <a:ext uri="{FF2B5EF4-FFF2-40B4-BE49-F238E27FC236}">
                <a16:creationId xmlns:a16="http://schemas.microsoft.com/office/drawing/2014/main" id="{23FC0EEB-FAFE-4711-ACB3-54173C38788A}"/>
              </a:ext>
            </a:extLst>
          </p:cNvPr>
          <p:cNvGraphicFramePr/>
          <p:nvPr/>
        </p:nvGraphicFramePr>
        <p:xfrm>
          <a:off xmlns:a="http://schemas.openxmlformats.org/drawingml/2006/main" x="609600" y="1666875"/>
          <a:ext xmlns:a="http://schemas.openxmlformats.org/drawingml/2006/main" cx="10972800" cy="3619500"/>
        </p:xfrm>
        <a:graphic xmlns:a="http://schemas.openxmlformats.org/drawingml/2006/main">
          <a:graphicData uri="http://schemas.openxmlformats.org/drawingml/2006/table">
            <a:tbl>
              <a:tblPr/>
              <a:tblGrid>
                <a:gridCol w="2952750"/>
                <a:gridCol w="4095750"/>
                <a:gridCol w="3924300"/>
              </a:tblGrid>
              <a:tr h="590550">
                <a:tc>
                  <a:txBody>
                    <a:bodyPr lIns="114300" tIns="114300" rIns="114300" bIns="114300"/>
                    <a:lstStyle/>
                    <a:p>
                      <a:r>
                        <a:rPr sz="1875" b="1">
                          <a:solidFill>
                            <a:srgbClr val="FFFFFF"/>
                          </a:solidFill>
                          <a:latin typeface="NanumGothic"/>
                          <a:ea typeface="NanumGothic"/>
                          <a:cs typeface="NanumGothic"/>
                        </a:rPr>
                        <a:t>항목</a:t>
                      </a:r>
                    </a:p>
                  </a:txBody>
                  <a:tcPr marL="91440" marR="91440" marT="45720" marB="45720">
                    <a:lnL w="9525">
                      <a:solidFill>
                        <a:srgbClr val="D4DED7"/>
                      </a:solidFill>
                      <a:prstDash val="solid"/>
                    </a:lnL>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lIns="114300" tIns="114300" rIns="114300" bIns="114300"/>
                    <a:lstStyle/>
                    <a:p>
                      <a:r>
                        <a:rPr sz="1875" b="1">
                          <a:solidFill>
                            <a:srgbClr val="FFFFFF"/>
                          </a:solidFill>
                          <a:latin typeface="NanumGothic"/>
                          <a:ea typeface="NanumGothic"/>
                          <a:cs typeface="NanumGothic"/>
                        </a:rPr>
                        <a:t>비교에서 확인하는 것</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c>
                  <a:txBody>
                    <a:bodyPr lIns="114300" tIns="114300" rIns="114300" bIns="114300"/>
                    <a:lstStyle/>
                    <a:p>
                      <a:r>
                        <a:rPr sz="1875" b="1">
                          <a:solidFill>
                            <a:srgbClr val="FFFFFF"/>
                          </a:solidFill>
                          <a:latin typeface="NanumGothic"/>
                          <a:ea typeface="NanumGothic"/>
                          <a:cs typeface="NanumGothic"/>
                        </a:rPr>
                        <a:t>자동으로 판단하지 않는 것</a:t>
                      </a:r>
                    </a:p>
                  </a:txBody>
                  <a:tcPr marL="91440" marR="91440" marT="45720" marB="45720">
                    <a:lnR w="9525">
                      <a:solidFill>
                        <a:srgbClr val="D4DED7"/>
                      </a:solidFill>
                      <a:prstDash val="solid"/>
                    </a:lnR>
                    <a:lnT w="9525">
                      <a:solidFill>
                        <a:srgbClr val="D4DED7"/>
                      </a:solidFill>
                      <a:prstDash val="solid"/>
                    </a:lnT>
                    <a:lnB w="9525">
                      <a:solidFill>
                        <a:srgbClr val="D4DED7"/>
                      </a:solidFill>
                      <a:prstDash val="solid"/>
                    </a:lnB>
                    <a:solidFill>
                      <a:srgbClr val="173D36"/>
                    </a:solidFill>
                  </a:tcPr>
                </a:tc>
              </a:tr>
              <a:tr h="723900">
                <a:tc>
                  <a:txBody>
                    <a:bodyPr lIns="114300" tIns="114300" rIns="114300" bIns="114300"/>
                    <a:lstStyle/>
                    <a:p>
                      <a:r>
                        <a:rPr sz="1875" b="0">
                          <a:solidFill>
                            <a:srgbClr val="243F3A"/>
                          </a:solidFill>
                          <a:latin typeface="NanumGothic"/>
                          <a:ea typeface="NanumGothic"/>
                          <a:cs typeface="NanumGothic"/>
                        </a:rPr>
                        <a:t>성분·한 알의 성분량</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입력값과 약품 정보가 맞는지</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모르는 함량의 추정·환산</a:t>
                      </a:r>
                    </a:p>
                  </a:txBody>
                  <a:tcPr marL="91440" marR="91440" marT="45720" marB="45720">
                    <a:lnR w="9525">
                      <a:solidFill>
                        <a:srgbClr val="D4DED7"/>
                      </a:solidFill>
                      <a:prstDash val="solid"/>
                    </a:lnR>
                    <a:lnB w="9525">
                      <a:solidFill>
                        <a:srgbClr val="D4DED7"/>
                      </a:solidFill>
                      <a:prstDash val="solid"/>
                    </a:lnB>
                    <a:solidFill>
                      <a:srgbClr val="FFFFFF"/>
                    </a:solidFill>
                  </a:tcPr>
                </a:tc>
              </a:tr>
              <a:tr h="723900">
                <a:tc>
                  <a:txBody>
                    <a:bodyPr lIns="114300" tIns="114300" rIns="114300" bIns="114300"/>
                    <a:lstStyle/>
                    <a:p>
                      <a:r>
                        <a:rPr sz="1875" b="0">
                          <a:solidFill>
                            <a:srgbClr val="243F3A"/>
                          </a:solidFill>
                          <a:latin typeface="NanumGothic"/>
                          <a:ea typeface="NanumGothic"/>
                          <a:cs typeface="NanumGothic"/>
                        </a:rPr>
                        <a:t>한 번의 양·단위·하루 횟수</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이전·현재 기록의 차이</a:t>
                      </a:r>
                    </a:p>
                  </a:txBody>
                  <a:tcPr marL="91440" marR="91440" marT="45720" marB="45720">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의학적으로 적절한 용량인지</a:t>
                      </a:r>
                    </a:p>
                  </a:txBody>
                  <a:tcPr marL="91440" marR="91440" marT="45720" marB="45720">
                    <a:lnR w="9525">
                      <a:solidFill>
                        <a:srgbClr val="D4DED7"/>
                      </a:solidFill>
                      <a:prstDash val="solid"/>
                    </a:lnR>
                    <a:lnB w="9525">
                      <a:solidFill>
                        <a:srgbClr val="D4DED7"/>
                      </a:solidFill>
                      <a:prstDash val="solid"/>
                    </a:lnB>
                    <a:solidFill>
                      <a:srgbClr val="EDF1EB"/>
                    </a:solidFill>
                  </a:tcPr>
                </a:tc>
              </a:tr>
              <a:tr h="723900">
                <a:tc>
                  <a:txBody>
                    <a:bodyPr lIns="114300" tIns="114300" rIns="114300" bIns="114300"/>
                    <a:lstStyle/>
                    <a:p>
                      <a:r>
                        <a:rPr sz="1875" b="0">
                          <a:solidFill>
                            <a:srgbClr val="243F3A"/>
                          </a:solidFill>
                          <a:latin typeface="NanumGothic"/>
                          <a:ea typeface="NanumGothic"/>
                          <a:cs typeface="NanumGothic"/>
                        </a:rPr>
                        <a:t>이전 자료에만 있는 약</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현재 자료에 기록이 없는지</a:t>
                      </a:r>
                    </a:p>
                  </a:txBody>
                  <a:tcPr marL="91440" marR="91440" marT="45720" marB="45720">
                    <a:lnR w="9525">
                      <a:solidFill>
                        <a:srgbClr val="D4DED7"/>
                      </a:solidFill>
                      <a:prstDash val="solid"/>
                    </a:lnR>
                    <a:lnB w="9525">
                      <a:solidFill>
                        <a:srgbClr val="D4DED7"/>
                      </a:solidFill>
                      <a:prstDash val="solid"/>
                    </a:lnB>
                    <a:solidFill>
                      <a:srgbClr val="FFFFFF"/>
                    </a:solidFill>
                  </a:tcPr>
                </a:tc>
                <a:tc>
                  <a:txBody>
                    <a:bodyPr lIns="114300" tIns="114300" rIns="114300" bIns="114300"/>
                    <a:lstStyle/>
                    <a:p>
                      <a:r>
                        <a:rPr sz="1875" b="0">
                          <a:solidFill>
                            <a:srgbClr val="243F3A"/>
                          </a:solidFill>
                          <a:latin typeface="NanumGothic"/>
                          <a:ea typeface="NanumGothic"/>
                          <a:cs typeface="NanumGothic"/>
                        </a:rPr>
                        <a:t>실제로 복용을 중단했는지</a:t>
                      </a:r>
                    </a:p>
                  </a:txBody>
                  <a:tcPr marL="91440" marR="91440" marT="45720" marB="45720">
                    <a:lnR w="9525">
                      <a:solidFill>
                        <a:srgbClr val="D4DED7"/>
                      </a:solidFill>
                      <a:prstDash val="solid"/>
                    </a:lnR>
                    <a:lnB w="9525">
                      <a:solidFill>
                        <a:srgbClr val="D4DED7"/>
                      </a:solidFill>
                      <a:prstDash val="solid"/>
                    </a:lnB>
                    <a:solidFill>
                      <a:srgbClr val="FFFFFF"/>
                    </a:solidFill>
                  </a:tcPr>
                </a:tc>
              </a:tr>
              <a:tr h="723900">
                <a:tc>
                  <a:txBody>
                    <a:bodyPr lIns="114300" tIns="114300" rIns="114300" bIns="114300"/>
                    <a:lstStyle/>
                    <a:p>
                      <a:r>
                        <a:rPr sz="1875" b="0">
                          <a:solidFill>
                            <a:srgbClr val="243F3A"/>
                          </a:solidFill>
                          <a:latin typeface="NanumGothic"/>
                          <a:ea typeface="NanumGothic"/>
                          <a:cs typeface="NanumGothic"/>
                        </a:rPr>
                        <a:t>실제 복용 여부</a:t>
                      </a:r>
                    </a:p>
                  </a:txBody>
                  <a:tcPr marL="91440" marR="91440" marT="45720" marB="45720">
                    <a:lnL w="9525">
                      <a:solidFill>
                        <a:srgbClr val="D4DED7"/>
                      </a:solidFill>
                      <a:prstDash val="solid"/>
                    </a:lnL>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사용자가 따로 확인한 상태</a:t>
                      </a:r>
                    </a:p>
                  </a:txBody>
                  <a:tcPr marL="91440" marR="91440" marT="45720" marB="45720">
                    <a:lnR w="9525">
                      <a:solidFill>
                        <a:srgbClr val="D4DED7"/>
                      </a:solidFill>
                      <a:prstDash val="solid"/>
                    </a:lnR>
                    <a:lnB w="9525">
                      <a:solidFill>
                        <a:srgbClr val="D4DED7"/>
                      </a:solidFill>
                      <a:prstDash val="solid"/>
                    </a:lnB>
                    <a:solidFill>
                      <a:srgbClr val="EDF1EB"/>
                    </a:solidFill>
                  </a:tcPr>
                </a:tc>
                <a:tc>
                  <a:txBody>
                    <a:bodyPr lIns="114300" tIns="114300" rIns="114300" bIns="114300"/>
                    <a:lstStyle/>
                    <a:p>
                      <a:r>
                        <a:rPr sz="1875" b="0">
                          <a:solidFill>
                            <a:srgbClr val="243F3A"/>
                          </a:solidFill>
                          <a:latin typeface="NanumGothic"/>
                          <a:ea typeface="NanumGothic"/>
                          <a:cs typeface="NanumGothic"/>
                        </a:rPr>
                        <a:t>처방 문서만 보고 복용을 추정</a:t>
                      </a:r>
                    </a:p>
                  </a:txBody>
                  <a:tcPr marL="91440" marR="91440" marT="45720" marB="45720">
                    <a:lnR w="9525">
                      <a:solidFill>
                        <a:srgbClr val="D4DED7"/>
                      </a:solidFill>
                      <a:prstDash val="solid"/>
                    </a:lnR>
                    <a:lnB w="9525">
                      <a:solidFill>
                        <a:srgbClr val="D4DED7"/>
                      </a:solidFill>
                      <a:prstDash val="solid"/>
                    </a:lnB>
                    <a:solidFill>
                      <a:srgbClr val="EDF1EB"/>
                    </a:solidFill>
                  </a:tcPr>
                </a:tc>
              </a:tr>
            </a:tbl>
          </a:graphicData>
        </a:graphic>
      </p:graphicFrame>
      <p:sp>
        <p:nvSpPr>
          <p:cNvPr id="5" name="">
            <a:extLst xmlns:a="http://schemas.openxmlformats.org/drawingml/2006/main">
              <a:ext uri="{FF2B5EF4-FFF2-40B4-BE49-F238E27FC236}">
                <a16:creationId xmlns:a16="http://schemas.microsoft.com/office/drawing/2014/main" id="{3D5504EE-5924-4118-849F-0BF472500B85}"/>
              </a:ext>
            </a:extLst>
          </p:cNvPr>
          <p:cNvSpPr>
            <a:spLocks xmlns:a="http://schemas.openxmlformats.org/drawingml/2006/main" noGrp="1"/>
          </p:cNvSpPr>
          <p:nvPr/>
        </p:nvSpPr>
        <p:spPr>
          <a:xfrm xmlns:a="http://schemas.openxmlformats.org/drawingml/2006/main">
            <a:off x="609600" y="57721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63736D"/>
                </a:solidFill>
                <a:latin typeface="NanumGothic"/>
                <a:ea typeface="NanumGothic"/>
                <a:cs typeface="NanumGothic"/>
              </a:defRPr>
            </a:defPPr>
            <a:lvl1pPr>
              <a:defRPr sz="1800" b="0">
                <a:solidFill>
                  <a:srgbClr val="63736D"/>
                </a:solidFill>
                <a:latin typeface="NanumGothic"/>
                <a:ea typeface="NanumGothic"/>
                <a:cs typeface="NanumGothic"/>
              </a:defRPr>
            </a:lvl1pPr>
            <a:lvl2pPr>
              <a:defRPr sz="1800" b="0">
                <a:solidFill>
                  <a:srgbClr val="63736D"/>
                </a:solidFill>
                <a:latin typeface="NanumGothic"/>
                <a:ea typeface="NanumGothic"/>
                <a:cs typeface="NanumGothic"/>
              </a:defRPr>
            </a:lvl2pPr>
            <a:lvl3pPr>
              <a:defRPr sz="1800" b="0">
                <a:solidFill>
                  <a:srgbClr val="63736D"/>
                </a:solidFill>
                <a:latin typeface="NanumGothic"/>
                <a:ea typeface="NanumGothic"/>
                <a:cs typeface="NanumGothic"/>
              </a:defRPr>
            </a:lvl3pPr>
            <a:lvl4pPr>
              <a:defRPr sz="1800" b="0">
                <a:solidFill>
                  <a:srgbClr val="63736D"/>
                </a:solidFill>
                <a:latin typeface="NanumGothic"/>
                <a:ea typeface="NanumGothic"/>
                <a:cs typeface="NanumGothic"/>
              </a:defRPr>
            </a:lvl4pPr>
            <a:lvl5pPr>
              <a:defRPr sz="1800" b="0">
                <a:solidFill>
                  <a:srgbClr val="63736D"/>
                </a:solidFill>
                <a:latin typeface="NanumGothic"/>
                <a:ea typeface="NanumGothic"/>
                <a:cs typeface="NanumGothic"/>
              </a:defRPr>
            </a:lvl5pPr>
            <a:lvl6pPr>
              <a:defRPr sz="1800" b="0">
                <a:solidFill>
                  <a:srgbClr val="63736D"/>
                </a:solidFill>
                <a:latin typeface="NanumGothic"/>
                <a:ea typeface="NanumGothic"/>
                <a:cs typeface="NanumGothic"/>
              </a:defRPr>
            </a:lvl6pPr>
            <a:lvl7pPr>
              <a:defRPr sz="1800" b="0">
                <a:solidFill>
                  <a:srgbClr val="63736D"/>
                </a:solidFill>
                <a:latin typeface="NanumGothic"/>
                <a:ea typeface="NanumGothic"/>
                <a:cs typeface="NanumGothic"/>
              </a:defRPr>
            </a:lvl7pPr>
            <a:lvl8pPr>
              <a:defRPr sz="1800" b="0">
                <a:solidFill>
                  <a:srgbClr val="63736D"/>
                </a:solidFill>
                <a:latin typeface="NanumGothic"/>
                <a:ea typeface="NanumGothic"/>
                <a:cs typeface="NanumGothic"/>
              </a:defRPr>
            </a:lvl8pPr>
            <a:lvl9pPr>
              <a:defRPr sz="1800" b="0">
                <a:solidFill>
                  <a:srgbClr val="63736D"/>
                </a:solidFill>
                <a:latin typeface="NanumGothic"/>
                <a:ea typeface="NanumGothic"/>
                <a:cs typeface="NanumGothic"/>
              </a:defRPr>
            </a:lvl9pPr>
          </a:lstStyle>
          <a:p xmlns:a="http://schemas.openxmlformats.org/drawingml/2006/main">
            <a:pPr>
              <a:defRPr sz="1800" b="0">
                <a:solidFill>
                  <a:srgbClr val="63736D"/>
                </a:solidFill>
                <a:latin typeface="NanumGothic"/>
                <a:ea typeface="NanumGothic"/>
                <a:cs typeface="NanumGothic"/>
              </a:defRPr>
            </a:pPr>
            <a:r>
              <a:rPr sz="1800" b="0">
                <a:solidFill>
                  <a:srgbClr val="63736D"/>
                </a:solidFill>
                <a:latin typeface="NanumGothic"/>
                <a:ea typeface="NanumGothic"/>
                <a:cs typeface="NanumGothic"/>
              </a:rPr>
              <a:t>정규화: 다른 이름·단위 표기를 비교할 수 있는 형태로 맞추는 과정</a:t>
            </a:r>
          </a:p>
        </p:txBody>
      </p:sp>
    </p:spTree>
    <p:extLst>
      <p:ext uri="{BB962C8B-B14F-4D97-AF65-F5344CB8AC3E}">
        <p14:creationId xmlns:p14="http://schemas.microsoft.com/office/powerpoint/2010/main" val="1849471410"/>
      </p:ext>
    </p:extLst>
  </p:cSld>
</p:sld>
</file>

<file path=ppt/slides/slide14.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text-0">
            <a:extLst xmlns:a="http://schemas.openxmlformats.org/drawingml/2006/main">
              <a:ext uri="{FF2B5EF4-FFF2-40B4-BE49-F238E27FC236}">
                <a16:creationId xmlns:a16="http://schemas.microsoft.com/office/drawing/2014/main" id="{00F47790-95B6-493F-AE62-89C40B350EE8}"/>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173D36"/>
                </a:solidFill>
                <a:latin typeface="NanumGothic"/>
                <a:ea typeface="NanumGothic"/>
                <a:cs typeface="NanumGothic"/>
              </a:defRPr>
            </a:defPPr>
            <a:lvl1pPr>
              <a:defRPr sz="3225" b="1">
                <a:solidFill>
                  <a:srgbClr val="173D36"/>
                </a:solidFill>
                <a:latin typeface="NanumGothic"/>
                <a:ea typeface="NanumGothic"/>
                <a:cs typeface="NanumGothic"/>
              </a:defRPr>
            </a:lvl1pPr>
            <a:lvl2pPr>
              <a:defRPr sz="3225" b="1">
                <a:solidFill>
                  <a:srgbClr val="173D36"/>
                </a:solidFill>
                <a:latin typeface="NanumGothic"/>
                <a:ea typeface="NanumGothic"/>
                <a:cs typeface="NanumGothic"/>
              </a:defRPr>
            </a:lvl2pPr>
            <a:lvl3pPr>
              <a:defRPr sz="3225" b="1">
                <a:solidFill>
                  <a:srgbClr val="173D36"/>
                </a:solidFill>
                <a:latin typeface="NanumGothic"/>
                <a:ea typeface="NanumGothic"/>
                <a:cs typeface="NanumGothic"/>
              </a:defRPr>
            </a:lvl3pPr>
            <a:lvl4pPr>
              <a:defRPr sz="3225" b="1">
                <a:solidFill>
                  <a:srgbClr val="173D36"/>
                </a:solidFill>
                <a:latin typeface="NanumGothic"/>
                <a:ea typeface="NanumGothic"/>
                <a:cs typeface="NanumGothic"/>
              </a:defRPr>
            </a:lvl4pPr>
            <a:lvl5pPr>
              <a:defRPr sz="3225" b="1">
                <a:solidFill>
                  <a:srgbClr val="173D36"/>
                </a:solidFill>
                <a:latin typeface="NanumGothic"/>
                <a:ea typeface="NanumGothic"/>
                <a:cs typeface="NanumGothic"/>
              </a:defRPr>
            </a:lvl5pPr>
            <a:lvl6pPr>
              <a:defRPr sz="3225" b="1">
                <a:solidFill>
                  <a:srgbClr val="173D36"/>
                </a:solidFill>
                <a:latin typeface="NanumGothic"/>
                <a:ea typeface="NanumGothic"/>
                <a:cs typeface="NanumGothic"/>
              </a:defRPr>
            </a:lvl6pPr>
            <a:lvl7pPr>
              <a:defRPr sz="3225" b="1">
                <a:solidFill>
                  <a:srgbClr val="173D36"/>
                </a:solidFill>
                <a:latin typeface="NanumGothic"/>
                <a:ea typeface="NanumGothic"/>
                <a:cs typeface="NanumGothic"/>
              </a:defRPr>
            </a:lvl7pPr>
            <a:lvl8pPr>
              <a:defRPr sz="3225" b="1">
                <a:solidFill>
                  <a:srgbClr val="173D36"/>
                </a:solidFill>
                <a:latin typeface="NanumGothic"/>
                <a:ea typeface="NanumGothic"/>
                <a:cs typeface="NanumGothic"/>
              </a:defRPr>
            </a:lvl8pPr>
            <a:lvl9pPr>
              <a:defRPr sz="3225" b="1">
                <a:solidFill>
                  <a:srgbClr val="173D36"/>
                </a:solidFill>
                <a:latin typeface="NanumGothic"/>
                <a:ea typeface="NanumGothic"/>
                <a:cs typeface="NanumGothic"/>
              </a:defRPr>
            </a:lvl9pPr>
          </a:lstStyle>
          <a:p xmlns:a="http://schemas.openxmlformats.org/drawingml/2006/main">
            <a:pPr>
              <a:defRPr sz="3225" b="1">
                <a:solidFill>
                  <a:srgbClr val="173D36"/>
                </a:solidFill>
                <a:latin typeface="NanumGothic"/>
                <a:ea typeface="NanumGothic"/>
                <a:cs typeface="NanumGothic"/>
              </a:defRPr>
            </a:pPr>
            <a:r>
              <a:rPr sz="3225" b="1">
                <a:solidFill>
                  <a:srgbClr val="173D36"/>
                </a:solidFill>
                <a:latin typeface="NanumGothic"/>
                <a:ea typeface="NanumGothic"/>
                <a:cs typeface="NanumGothic"/>
              </a:rPr>
              <a:t>부록 2 · 값이 불명확해 비교를 보류한 예</a:t>
            </a:r>
          </a:p>
        </p:txBody>
      </p:sp>
      <p:sp>
        <p:nvSpPr>
          <p:cNvPr id="3" name="text-1">
            <a:extLst xmlns:a="http://schemas.openxmlformats.org/drawingml/2006/main">
              <a:ext uri="{FF2B5EF4-FFF2-40B4-BE49-F238E27FC236}">
                <a16:creationId xmlns:a16="http://schemas.microsoft.com/office/drawing/2014/main" id="{C25B1821-56D7-4123-B81E-45D858D8967F}"/>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14</a:t>
            </a:r>
          </a:p>
        </p:txBody>
      </p:sp>
      <p:pic>
        <p:nvPicPr>
          <p:cNvPr id="4" name="">
            <a:extLst xmlns:a="http://schemas.openxmlformats.org/drawingml/2006/main">
              <a:ext uri="{FF2B5EF4-FFF2-40B4-BE49-F238E27FC236}">
                <a16:creationId xmlns:a16="http://schemas.microsoft.com/office/drawing/2014/main" id="{AB7238B8-7F19-44CF-A77C-C46610144C62}"/>
              </a:ext>
            </a:extLst>
          </p:cNvPr>
          <p:cNvPicPr>
            <a:picLocks xmlns:a="http://schemas.openxmlformats.org/drawingml/2006/main" noChangeAspect="1"/>
          </p:cNvPicPr>
          <p:nvPr/>
        </p:nvPicPr>
        <p:blipFill>
          <a:blip xmlns:r="http://schemas.openxmlformats.org/officeDocument/2006/relationships" xmlns:a="http://schemas.openxmlformats.org/drawingml/2006/main" r:embed="Rce40e1993c254381"/>
          <a:srcRect xmlns:a="http://schemas.openxmlformats.org/drawingml/2006/main" l="0" t="13735" r="0" b="13735"/>
          <a:stretch xmlns:a="http://schemas.openxmlformats.org/drawingml/2006/main">
            <a:fillRect l="0" t="0" r="0" b="0"/>
          </a:stretch>
        </p:blipFill>
        <p:spPr>
          <a:xfrm xmlns:a="http://schemas.openxmlformats.org/drawingml/2006/main">
            <a:off x="609600" y="1562100"/>
            <a:ext cx="10972800" cy="4476750"/>
          </a:xfrm>
          <a:prstGeom xmlns:a="http://schemas.openxmlformats.org/drawingml/2006/main" prst="rect">
            <a:avLst/>
          </a:prstGeom>
        </p:spPr>
      </p:pic>
      <p:sp>
        <p:nvSpPr>
          <p:cNvPr id="5" name="text-2">
            <a:extLst xmlns:a="http://schemas.openxmlformats.org/drawingml/2006/main">
              <a:ext uri="{FF2B5EF4-FFF2-40B4-BE49-F238E27FC236}">
                <a16:creationId xmlns:a16="http://schemas.microsoft.com/office/drawing/2014/main" id="{44375F4D-2FBC-4D57-B5AF-251D076170DE}"/>
              </a:ext>
            </a:extLst>
          </p:cNvPr>
          <p:cNvSpPr>
            <a:spLocks xmlns:a="http://schemas.openxmlformats.org/drawingml/2006/main" noGrp="1"/>
          </p:cNvSpPr>
          <p:nvPr/>
        </p:nvSpPr>
        <p:spPr>
          <a:xfrm xmlns:a="http://schemas.openxmlformats.org/drawingml/2006/main">
            <a:off x="609600" y="60769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725" b="0">
                <a:solidFill>
                  <a:srgbClr val="63736D"/>
                </a:solidFill>
                <a:latin typeface="NanumGothic"/>
                <a:ea typeface="NanumGothic"/>
                <a:cs typeface="NanumGothic"/>
              </a:defRPr>
            </a:defPPr>
            <a:lvl1pPr>
              <a:defRPr sz="1725" b="0">
                <a:solidFill>
                  <a:srgbClr val="63736D"/>
                </a:solidFill>
                <a:latin typeface="NanumGothic"/>
                <a:ea typeface="NanumGothic"/>
                <a:cs typeface="NanumGothic"/>
              </a:defRPr>
            </a:lvl1pPr>
            <a:lvl2pPr>
              <a:defRPr sz="1725" b="0">
                <a:solidFill>
                  <a:srgbClr val="63736D"/>
                </a:solidFill>
                <a:latin typeface="NanumGothic"/>
                <a:ea typeface="NanumGothic"/>
                <a:cs typeface="NanumGothic"/>
              </a:defRPr>
            </a:lvl2pPr>
            <a:lvl3pPr>
              <a:defRPr sz="1725" b="0">
                <a:solidFill>
                  <a:srgbClr val="63736D"/>
                </a:solidFill>
                <a:latin typeface="NanumGothic"/>
                <a:ea typeface="NanumGothic"/>
                <a:cs typeface="NanumGothic"/>
              </a:defRPr>
            </a:lvl3pPr>
            <a:lvl4pPr>
              <a:defRPr sz="1725" b="0">
                <a:solidFill>
                  <a:srgbClr val="63736D"/>
                </a:solidFill>
                <a:latin typeface="NanumGothic"/>
                <a:ea typeface="NanumGothic"/>
                <a:cs typeface="NanumGothic"/>
              </a:defRPr>
            </a:lvl4pPr>
            <a:lvl5pPr>
              <a:defRPr sz="1725" b="0">
                <a:solidFill>
                  <a:srgbClr val="63736D"/>
                </a:solidFill>
                <a:latin typeface="NanumGothic"/>
                <a:ea typeface="NanumGothic"/>
                <a:cs typeface="NanumGothic"/>
              </a:defRPr>
            </a:lvl5pPr>
            <a:lvl6pPr>
              <a:defRPr sz="1725" b="0">
                <a:solidFill>
                  <a:srgbClr val="63736D"/>
                </a:solidFill>
                <a:latin typeface="NanumGothic"/>
                <a:ea typeface="NanumGothic"/>
                <a:cs typeface="NanumGothic"/>
              </a:defRPr>
            </a:lvl6pPr>
            <a:lvl7pPr>
              <a:defRPr sz="1725" b="0">
                <a:solidFill>
                  <a:srgbClr val="63736D"/>
                </a:solidFill>
                <a:latin typeface="NanumGothic"/>
                <a:ea typeface="NanumGothic"/>
                <a:cs typeface="NanumGothic"/>
              </a:defRPr>
            </a:lvl7pPr>
            <a:lvl8pPr>
              <a:defRPr sz="1725" b="0">
                <a:solidFill>
                  <a:srgbClr val="63736D"/>
                </a:solidFill>
                <a:latin typeface="NanumGothic"/>
                <a:ea typeface="NanumGothic"/>
                <a:cs typeface="NanumGothic"/>
              </a:defRPr>
            </a:lvl8pPr>
            <a:lvl9pPr>
              <a:defRPr sz="1725" b="0">
                <a:solidFill>
                  <a:srgbClr val="63736D"/>
                </a:solidFill>
                <a:latin typeface="NanumGothic"/>
                <a:ea typeface="NanumGothic"/>
                <a:cs typeface="NanumGothic"/>
              </a:defRPr>
            </a:lvl9pPr>
          </a:lstStyle>
          <a:p xmlns:a="http://schemas.openxmlformats.org/drawingml/2006/main">
            <a:pPr>
              <a:defRPr sz="1725" b="0">
                <a:solidFill>
                  <a:srgbClr val="63736D"/>
                </a:solidFill>
                <a:latin typeface="NanumGothic"/>
                <a:ea typeface="NanumGothic"/>
                <a:cs typeface="NanumGothic"/>
              </a:defRPr>
            </a:pPr>
            <a:r>
              <a:rPr sz="1725" b="0">
                <a:solidFill>
                  <a:srgbClr val="63736D"/>
                </a:solidFill>
                <a:latin typeface="NanumGothic"/>
                <a:ea typeface="NanumGothic"/>
                <a:cs typeface="NanumGothic"/>
              </a:rPr>
              <a:t>합성 사례: 비교에 필요한 값이 확인되지 않아 결론을 보류</a:t>
            </a:r>
          </a:p>
        </p:txBody>
      </p:sp>
    </p:spTree>
    <p:extLst>
      <p:ext uri="{BB962C8B-B14F-4D97-AF65-F5344CB8AC3E}">
        <p14:creationId xmlns:p14="http://schemas.microsoft.com/office/powerpoint/2010/main" val="1235756248"/>
      </p:ext>
    </p:extLst>
  </p:cSld>
</p:sld>
</file>

<file path=ppt/slides/slide15.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text-0">
            <a:extLst xmlns:a="http://schemas.openxmlformats.org/drawingml/2006/main">
              <a:ext uri="{FF2B5EF4-FFF2-40B4-BE49-F238E27FC236}">
                <a16:creationId xmlns:a16="http://schemas.microsoft.com/office/drawing/2014/main" id="{2EACC7DF-464B-452C-831F-C00BE43BE5FC}"/>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1">
                <a:solidFill>
                  <a:srgbClr val="173D36"/>
                </a:solidFill>
                <a:latin typeface="NanumGothic"/>
                <a:ea typeface="NanumGothic"/>
                <a:cs typeface="NanumGothic"/>
              </a:defRPr>
            </a:defPPr>
            <a:lvl1pPr>
              <a:defRPr sz="3225" b="1">
                <a:solidFill>
                  <a:srgbClr val="173D36"/>
                </a:solidFill>
                <a:latin typeface="NanumGothic"/>
                <a:ea typeface="NanumGothic"/>
                <a:cs typeface="NanumGothic"/>
              </a:defRPr>
            </a:lvl1pPr>
            <a:lvl2pPr>
              <a:defRPr sz="3225" b="1">
                <a:solidFill>
                  <a:srgbClr val="173D36"/>
                </a:solidFill>
                <a:latin typeface="NanumGothic"/>
                <a:ea typeface="NanumGothic"/>
                <a:cs typeface="NanumGothic"/>
              </a:defRPr>
            </a:lvl2pPr>
            <a:lvl3pPr>
              <a:defRPr sz="3225" b="1">
                <a:solidFill>
                  <a:srgbClr val="173D36"/>
                </a:solidFill>
                <a:latin typeface="NanumGothic"/>
                <a:ea typeface="NanumGothic"/>
                <a:cs typeface="NanumGothic"/>
              </a:defRPr>
            </a:lvl3pPr>
            <a:lvl4pPr>
              <a:defRPr sz="3225" b="1">
                <a:solidFill>
                  <a:srgbClr val="173D36"/>
                </a:solidFill>
                <a:latin typeface="NanumGothic"/>
                <a:ea typeface="NanumGothic"/>
                <a:cs typeface="NanumGothic"/>
              </a:defRPr>
            </a:lvl4pPr>
            <a:lvl5pPr>
              <a:defRPr sz="3225" b="1">
                <a:solidFill>
                  <a:srgbClr val="173D36"/>
                </a:solidFill>
                <a:latin typeface="NanumGothic"/>
                <a:ea typeface="NanumGothic"/>
                <a:cs typeface="NanumGothic"/>
              </a:defRPr>
            </a:lvl5pPr>
            <a:lvl6pPr>
              <a:defRPr sz="3225" b="1">
                <a:solidFill>
                  <a:srgbClr val="173D36"/>
                </a:solidFill>
                <a:latin typeface="NanumGothic"/>
                <a:ea typeface="NanumGothic"/>
                <a:cs typeface="NanumGothic"/>
              </a:defRPr>
            </a:lvl6pPr>
            <a:lvl7pPr>
              <a:defRPr sz="3225" b="1">
                <a:solidFill>
                  <a:srgbClr val="173D36"/>
                </a:solidFill>
                <a:latin typeface="NanumGothic"/>
                <a:ea typeface="NanumGothic"/>
                <a:cs typeface="NanumGothic"/>
              </a:defRPr>
            </a:lvl7pPr>
            <a:lvl8pPr>
              <a:defRPr sz="3225" b="1">
                <a:solidFill>
                  <a:srgbClr val="173D36"/>
                </a:solidFill>
                <a:latin typeface="NanumGothic"/>
                <a:ea typeface="NanumGothic"/>
                <a:cs typeface="NanumGothic"/>
              </a:defRPr>
            </a:lvl8pPr>
            <a:lvl9pPr>
              <a:defRPr sz="3225" b="1">
                <a:solidFill>
                  <a:srgbClr val="173D36"/>
                </a:solidFill>
                <a:latin typeface="NanumGothic"/>
                <a:ea typeface="NanumGothic"/>
                <a:cs typeface="NanumGothic"/>
              </a:defRPr>
            </a:lvl9pPr>
          </a:lstStyle>
          <a:p xmlns:a="http://schemas.openxmlformats.org/drawingml/2006/main">
            <a:pPr>
              <a:defRPr sz="3225" b="1">
                <a:solidFill>
                  <a:srgbClr val="173D36"/>
                </a:solidFill>
                <a:latin typeface="NanumGothic"/>
                <a:ea typeface="NanumGothic"/>
                <a:cs typeface="NanumGothic"/>
              </a:defRPr>
            </a:pPr>
            <a:r>
              <a:rPr sz="3225" b="1">
                <a:solidFill>
                  <a:srgbClr val="173D36"/>
                </a:solidFill>
                <a:latin typeface="NanumGothic"/>
                <a:ea typeface="NanumGothic"/>
                <a:cs typeface="NanumGothic"/>
              </a:rPr>
              <a:t>부록 3 · 발표와 검증 근거</a:t>
            </a:r>
          </a:p>
        </p:txBody>
      </p:sp>
      <p:sp>
        <p:nvSpPr>
          <p:cNvPr id="3" name="text-1">
            <a:extLst xmlns:a="http://schemas.openxmlformats.org/drawingml/2006/main">
              <a:ext uri="{FF2B5EF4-FFF2-40B4-BE49-F238E27FC236}">
                <a16:creationId xmlns:a16="http://schemas.microsoft.com/office/drawing/2014/main" id="{2AEE1777-D78A-44AA-B4B0-759EB30A0004}"/>
              </a:ext>
            </a:extLst>
          </p:cNvPr>
          <p:cNvSpPr>
            <a:spLocks xmlns:a="http://schemas.openxmlformats.org/drawingml/2006/main" noGrp="1"/>
          </p:cNvSpPr>
          <p:nvPr/>
        </p:nvSpPr>
        <p:spPr>
          <a:xfrm xmlns:a="http://schemas.openxmlformats.org/drawingml/2006/main">
            <a:off x="11049000" y="623887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15</a:t>
            </a:r>
          </a:p>
        </p:txBody>
      </p:sp>
      <p:sp>
        <p:nvSpPr>
          <p:cNvPr id="4" name="text-2">
            <a:extLst xmlns:a="http://schemas.openxmlformats.org/drawingml/2006/main">
              <a:ext uri="{FF2B5EF4-FFF2-40B4-BE49-F238E27FC236}">
                <a16:creationId xmlns:a16="http://schemas.microsoft.com/office/drawing/2014/main" id="{65863980-4796-4652-9415-2C59426D3A83}"/>
              </a:ext>
            </a:extLst>
          </p:cNvPr>
          <p:cNvSpPr>
            <a:spLocks xmlns:a="http://schemas.openxmlformats.org/drawingml/2006/main" noGrp="1"/>
          </p:cNvSpPr>
          <p:nvPr/>
        </p:nvSpPr>
        <p:spPr>
          <a:xfrm xmlns:a="http://schemas.openxmlformats.org/drawingml/2006/main">
            <a:off x="609600" y="16668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173D36"/>
                </a:solidFill>
                <a:latin typeface="NanumGothic"/>
                <a:ea typeface="NanumGothic"/>
                <a:cs typeface="NanumGothic"/>
              </a:defRPr>
            </a:defPPr>
            <a:lvl1pPr>
              <a:defRPr sz="2400" b="1">
                <a:solidFill>
                  <a:srgbClr val="173D36"/>
                </a:solidFill>
                <a:latin typeface="NanumGothic"/>
                <a:ea typeface="NanumGothic"/>
                <a:cs typeface="NanumGothic"/>
              </a:defRPr>
            </a:lvl1pPr>
            <a:lvl2pPr>
              <a:defRPr sz="2400" b="1">
                <a:solidFill>
                  <a:srgbClr val="173D36"/>
                </a:solidFill>
                <a:latin typeface="NanumGothic"/>
                <a:ea typeface="NanumGothic"/>
                <a:cs typeface="NanumGothic"/>
              </a:defRPr>
            </a:lvl2pPr>
            <a:lvl3pPr>
              <a:defRPr sz="2400" b="1">
                <a:solidFill>
                  <a:srgbClr val="173D36"/>
                </a:solidFill>
                <a:latin typeface="NanumGothic"/>
                <a:ea typeface="NanumGothic"/>
                <a:cs typeface="NanumGothic"/>
              </a:defRPr>
            </a:lvl3pPr>
            <a:lvl4pPr>
              <a:defRPr sz="2400" b="1">
                <a:solidFill>
                  <a:srgbClr val="173D36"/>
                </a:solidFill>
                <a:latin typeface="NanumGothic"/>
                <a:ea typeface="NanumGothic"/>
                <a:cs typeface="NanumGothic"/>
              </a:defRPr>
            </a:lvl4pPr>
            <a:lvl5pPr>
              <a:defRPr sz="2400" b="1">
                <a:solidFill>
                  <a:srgbClr val="173D36"/>
                </a:solidFill>
                <a:latin typeface="NanumGothic"/>
                <a:ea typeface="NanumGothic"/>
                <a:cs typeface="NanumGothic"/>
              </a:defRPr>
            </a:lvl5pPr>
            <a:lvl6pPr>
              <a:defRPr sz="2400" b="1">
                <a:solidFill>
                  <a:srgbClr val="173D36"/>
                </a:solidFill>
                <a:latin typeface="NanumGothic"/>
                <a:ea typeface="NanumGothic"/>
                <a:cs typeface="NanumGothic"/>
              </a:defRPr>
            </a:lvl6pPr>
            <a:lvl7pPr>
              <a:defRPr sz="2400" b="1">
                <a:solidFill>
                  <a:srgbClr val="173D36"/>
                </a:solidFill>
                <a:latin typeface="NanumGothic"/>
                <a:ea typeface="NanumGothic"/>
                <a:cs typeface="NanumGothic"/>
              </a:defRPr>
            </a:lvl7pPr>
            <a:lvl8pPr>
              <a:defRPr sz="2400" b="1">
                <a:solidFill>
                  <a:srgbClr val="173D36"/>
                </a:solidFill>
                <a:latin typeface="NanumGothic"/>
                <a:ea typeface="NanumGothic"/>
                <a:cs typeface="NanumGothic"/>
              </a:defRPr>
            </a:lvl8pPr>
            <a:lvl9pPr>
              <a:defRPr sz="2400" b="1">
                <a:solidFill>
                  <a:srgbClr val="173D36"/>
                </a:solidFill>
                <a:latin typeface="NanumGothic"/>
                <a:ea typeface="NanumGothic"/>
                <a:cs typeface="NanumGothic"/>
              </a:defRPr>
            </a:lvl9pPr>
          </a:lstStyle>
          <a:p xmlns:a="http://schemas.openxmlformats.org/drawingml/2006/main">
            <a:pPr>
              <a:defRPr sz="2400" b="1">
                <a:solidFill>
                  <a:srgbClr val="173D36"/>
                </a:solidFill>
                <a:latin typeface="NanumGothic"/>
                <a:ea typeface="NanumGothic"/>
                <a:cs typeface="NanumGothic"/>
              </a:defRPr>
            </a:pPr>
            <a:r>
              <a:rPr sz="2400" b="1">
                <a:solidFill>
                  <a:srgbClr val="173D36"/>
                </a:solidFill>
                <a:latin typeface="NanumGothic"/>
                <a:ea typeface="NanumGothic"/>
                <a:cs typeface="NanumGothic"/>
              </a:rPr>
              <a:t>기획</a:t>
            </a:r>
          </a:p>
        </p:txBody>
      </p:sp>
      <p:sp>
        <p:nvSpPr>
          <p:cNvPr id="5" name="text-3">
            <a:extLst xmlns:a="http://schemas.openxmlformats.org/drawingml/2006/main">
              <a:ext uri="{FF2B5EF4-FFF2-40B4-BE49-F238E27FC236}">
                <a16:creationId xmlns:a16="http://schemas.microsoft.com/office/drawing/2014/main" id="{6611060A-05B5-40E7-AE54-F122A7033356}"/>
              </a:ext>
            </a:extLst>
          </p:cNvPr>
          <p:cNvSpPr>
            <a:spLocks xmlns:a="http://schemas.openxmlformats.org/drawingml/2006/main" noGrp="1"/>
          </p:cNvSpPr>
          <p:nvPr/>
        </p:nvSpPr>
        <p:spPr>
          <a:xfrm xmlns:a="http://schemas.openxmlformats.org/drawingml/2006/main">
            <a:off x="2571750" y="1666875"/>
            <a:ext cx="8858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0">
                <a:solidFill>
                  <a:srgbClr val="243F3A"/>
                </a:solidFill>
                <a:latin typeface="NanumGothic"/>
                <a:ea typeface="NanumGothic"/>
                <a:cs typeface="NanumGothic"/>
              </a:defRPr>
            </a:defPPr>
            <a:lvl1pPr>
              <a:defRPr sz="2025" b="0">
                <a:solidFill>
                  <a:srgbClr val="243F3A"/>
                </a:solidFill>
                <a:latin typeface="NanumGothic"/>
                <a:ea typeface="NanumGothic"/>
                <a:cs typeface="NanumGothic"/>
              </a:defRPr>
            </a:lvl1pPr>
            <a:lvl2pPr>
              <a:defRPr sz="2025" b="0">
                <a:solidFill>
                  <a:srgbClr val="243F3A"/>
                </a:solidFill>
                <a:latin typeface="NanumGothic"/>
                <a:ea typeface="NanumGothic"/>
                <a:cs typeface="NanumGothic"/>
              </a:defRPr>
            </a:lvl2pPr>
            <a:lvl3pPr>
              <a:defRPr sz="2025" b="0">
                <a:solidFill>
                  <a:srgbClr val="243F3A"/>
                </a:solidFill>
                <a:latin typeface="NanumGothic"/>
                <a:ea typeface="NanumGothic"/>
                <a:cs typeface="NanumGothic"/>
              </a:defRPr>
            </a:lvl3pPr>
            <a:lvl4pPr>
              <a:defRPr sz="2025" b="0">
                <a:solidFill>
                  <a:srgbClr val="243F3A"/>
                </a:solidFill>
                <a:latin typeface="NanumGothic"/>
                <a:ea typeface="NanumGothic"/>
                <a:cs typeface="NanumGothic"/>
              </a:defRPr>
            </a:lvl4pPr>
            <a:lvl5pPr>
              <a:defRPr sz="2025" b="0">
                <a:solidFill>
                  <a:srgbClr val="243F3A"/>
                </a:solidFill>
                <a:latin typeface="NanumGothic"/>
                <a:ea typeface="NanumGothic"/>
                <a:cs typeface="NanumGothic"/>
              </a:defRPr>
            </a:lvl5pPr>
            <a:lvl6pPr>
              <a:defRPr sz="2025" b="0">
                <a:solidFill>
                  <a:srgbClr val="243F3A"/>
                </a:solidFill>
                <a:latin typeface="NanumGothic"/>
                <a:ea typeface="NanumGothic"/>
                <a:cs typeface="NanumGothic"/>
              </a:defRPr>
            </a:lvl6pPr>
            <a:lvl7pPr>
              <a:defRPr sz="2025" b="0">
                <a:solidFill>
                  <a:srgbClr val="243F3A"/>
                </a:solidFill>
                <a:latin typeface="NanumGothic"/>
                <a:ea typeface="NanumGothic"/>
                <a:cs typeface="NanumGothic"/>
              </a:defRPr>
            </a:lvl7pPr>
            <a:lvl8pPr>
              <a:defRPr sz="2025" b="0">
                <a:solidFill>
                  <a:srgbClr val="243F3A"/>
                </a:solidFill>
                <a:latin typeface="NanumGothic"/>
                <a:ea typeface="NanumGothic"/>
                <a:cs typeface="NanumGothic"/>
              </a:defRPr>
            </a:lvl8pPr>
            <a:lvl9pPr>
              <a:defRPr sz="2025" b="0">
                <a:solidFill>
                  <a:srgbClr val="243F3A"/>
                </a:solidFill>
                <a:latin typeface="NanumGothic"/>
                <a:ea typeface="NanumGothic"/>
                <a:cs typeface="NanumGothic"/>
              </a:defRPr>
            </a:lvl9pPr>
          </a:lstStyle>
          <a:p xmlns:a="http://schemas.openxmlformats.org/drawingml/2006/main">
            <a:pPr>
              <a:defRPr sz="2025" b="0">
                <a:solidFill>
                  <a:srgbClr val="243F3A"/>
                </a:solidFill>
                <a:latin typeface="NanumGothic"/>
                <a:ea typeface="NanumGothic"/>
                <a:cs typeface="NanumGothic"/>
              </a:defRPr>
            </a:pPr>
            <a:r>
              <a:rPr sz="2025" b="0">
                <a:solidFill>
                  <a:srgbClr val="243F3A"/>
                </a:solidFill>
                <a:latin typeface="NanumGothic"/>
                <a:ea typeface="NanumGothic"/>
                <a:cs typeface="NanumGothic"/>
              </a:rPr>
              <a:t>4조 프로젝트기획서 약이음, 1~2쪽</a:t>
            </a:r>
          </a:p>
          <a:p xmlns:a="http://schemas.openxmlformats.org/drawingml/2006/main">
            <a:pPr>
              <a:defRPr sz="2025" b="0">
                <a:solidFill>
                  <a:srgbClr val="243F3A"/>
                </a:solidFill>
                <a:latin typeface="NanumGothic"/>
                <a:ea typeface="NanumGothic"/>
                <a:cs typeface="NanumGothic"/>
              </a:defRPr>
            </a:pPr>
            <a:r>
              <a:rPr sz="2025" b="0">
                <a:solidFill>
                  <a:srgbClr val="243F3A"/>
                </a:solidFill>
                <a:latin typeface="NanumGothic"/>
                <a:ea typeface="NanumGothic"/>
                <a:cs typeface="NanumGothic"/>
              </a:rPr>
              <a:t>팀명·목표·역할·기술 구성·평가 계획</a:t>
            </a:r>
          </a:p>
        </p:txBody>
      </p:sp>
      <p:sp>
        <p:nvSpPr>
          <p:cNvPr id="6" name="text-4">
            <a:extLst xmlns:a="http://schemas.openxmlformats.org/drawingml/2006/main">
              <a:ext uri="{FF2B5EF4-FFF2-40B4-BE49-F238E27FC236}">
                <a16:creationId xmlns:a16="http://schemas.microsoft.com/office/drawing/2014/main" id="{BA5D7020-5D7D-48B0-B0A0-8A0BDAB28B91}"/>
              </a:ext>
            </a:extLst>
          </p:cNvPr>
          <p:cNvSpPr>
            <a:spLocks xmlns:a="http://schemas.openxmlformats.org/drawingml/2006/main" noGrp="1"/>
          </p:cNvSpPr>
          <p:nvPr/>
        </p:nvSpPr>
        <p:spPr>
          <a:xfrm xmlns:a="http://schemas.openxmlformats.org/drawingml/2006/main">
            <a:off x="609600" y="29527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173D36"/>
                </a:solidFill>
                <a:latin typeface="NanumGothic"/>
                <a:ea typeface="NanumGothic"/>
                <a:cs typeface="NanumGothic"/>
              </a:defRPr>
            </a:defPPr>
            <a:lvl1pPr>
              <a:defRPr sz="2400" b="1">
                <a:solidFill>
                  <a:srgbClr val="173D36"/>
                </a:solidFill>
                <a:latin typeface="NanumGothic"/>
                <a:ea typeface="NanumGothic"/>
                <a:cs typeface="NanumGothic"/>
              </a:defRPr>
            </a:lvl1pPr>
            <a:lvl2pPr>
              <a:defRPr sz="2400" b="1">
                <a:solidFill>
                  <a:srgbClr val="173D36"/>
                </a:solidFill>
                <a:latin typeface="NanumGothic"/>
                <a:ea typeface="NanumGothic"/>
                <a:cs typeface="NanumGothic"/>
              </a:defRPr>
            </a:lvl2pPr>
            <a:lvl3pPr>
              <a:defRPr sz="2400" b="1">
                <a:solidFill>
                  <a:srgbClr val="173D36"/>
                </a:solidFill>
                <a:latin typeface="NanumGothic"/>
                <a:ea typeface="NanumGothic"/>
                <a:cs typeface="NanumGothic"/>
              </a:defRPr>
            </a:lvl3pPr>
            <a:lvl4pPr>
              <a:defRPr sz="2400" b="1">
                <a:solidFill>
                  <a:srgbClr val="173D36"/>
                </a:solidFill>
                <a:latin typeface="NanumGothic"/>
                <a:ea typeface="NanumGothic"/>
                <a:cs typeface="NanumGothic"/>
              </a:defRPr>
            </a:lvl4pPr>
            <a:lvl5pPr>
              <a:defRPr sz="2400" b="1">
                <a:solidFill>
                  <a:srgbClr val="173D36"/>
                </a:solidFill>
                <a:latin typeface="NanumGothic"/>
                <a:ea typeface="NanumGothic"/>
                <a:cs typeface="NanumGothic"/>
              </a:defRPr>
            </a:lvl5pPr>
            <a:lvl6pPr>
              <a:defRPr sz="2400" b="1">
                <a:solidFill>
                  <a:srgbClr val="173D36"/>
                </a:solidFill>
                <a:latin typeface="NanumGothic"/>
                <a:ea typeface="NanumGothic"/>
                <a:cs typeface="NanumGothic"/>
              </a:defRPr>
            </a:lvl6pPr>
            <a:lvl7pPr>
              <a:defRPr sz="2400" b="1">
                <a:solidFill>
                  <a:srgbClr val="173D36"/>
                </a:solidFill>
                <a:latin typeface="NanumGothic"/>
                <a:ea typeface="NanumGothic"/>
                <a:cs typeface="NanumGothic"/>
              </a:defRPr>
            </a:lvl7pPr>
            <a:lvl8pPr>
              <a:defRPr sz="2400" b="1">
                <a:solidFill>
                  <a:srgbClr val="173D36"/>
                </a:solidFill>
                <a:latin typeface="NanumGothic"/>
                <a:ea typeface="NanumGothic"/>
                <a:cs typeface="NanumGothic"/>
              </a:defRPr>
            </a:lvl8pPr>
            <a:lvl9pPr>
              <a:defRPr sz="2400" b="1">
                <a:solidFill>
                  <a:srgbClr val="173D36"/>
                </a:solidFill>
                <a:latin typeface="NanumGothic"/>
                <a:ea typeface="NanumGothic"/>
                <a:cs typeface="NanumGothic"/>
              </a:defRPr>
            </a:lvl9pPr>
          </a:lstStyle>
          <a:p xmlns:a="http://schemas.openxmlformats.org/drawingml/2006/main">
            <a:pPr>
              <a:defRPr sz="2400" b="1">
                <a:solidFill>
                  <a:srgbClr val="173D36"/>
                </a:solidFill>
                <a:latin typeface="NanumGothic"/>
                <a:ea typeface="NanumGothic"/>
                <a:cs typeface="NanumGothic"/>
              </a:defRPr>
            </a:pPr>
            <a:r>
              <a:rPr sz="2400" b="1">
                <a:solidFill>
                  <a:srgbClr val="173D36"/>
                </a:solidFill>
                <a:latin typeface="NanumGothic"/>
                <a:ea typeface="NanumGothic"/>
                <a:cs typeface="NanumGothic"/>
              </a:rPr>
              <a:t>구현</a:t>
            </a:r>
          </a:p>
        </p:txBody>
      </p:sp>
      <p:sp>
        <p:nvSpPr>
          <p:cNvPr id="7" name="text-5">
            <a:extLst xmlns:a="http://schemas.openxmlformats.org/drawingml/2006/main">
              <a:ext uri="{FF2B5EF4-FFF2-40B4-BE49-F238E27FC236}">
                <a16:creationId xmlns:a16="http://schemas.microsoft.com/office/drawing/2014/main" id="{FC58D71B-C2C4-433A-9DD9-7773F9F67794}"/>
              </a:ext>
            </a:extLst>
          </p:cNvPr>
          <p:cNvSpPr>
            <a:spLocks xmlns:a="http://schemas.openxmlformats.org/drawingml/2006/main" noGrp="1"/>
          </p:cNvSpPr>
          <p:nvPr/>
        </p:nvSpPr>
        <p:spPr>
          <a:xfrm xmlns:a="http://schemas.openxmlformats.org/drawingml/2006/main">
            <a:off x="2571750" y="2952750"/>
            <a:ext cx="8858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0">
                <a:solidFill>
                  <a:srgbClr val="243F3A"/>
                </a:solidFill>
                <a:latin typeface="NanumGothic"/>
                <a:ea typeface="NanumGothic"/>
                <a:cs typeface="NanumGothic"/>
              </a:defRPr>
            </a:defPPr>
            <a:lvl1pPr>
              <a:defRPr sz="2025" b="0">
                <a:solidFill>
                  <a:srgbClr val="243F3A"/>
                </a:solidFill>
                <a:latin typeface="NanumGothic"/>
                <a:ea typeface="NanumGothic"/>
                <a:cs typeface="NanumGothic"/>
              </a:defRPr>
            </a:lvl1pPr>
            <a:lvl2pPr>
              <a:defRPr sz="2025" b="0">
                <a:solidFill>
                  <a:srgbClr val="243F3A"/>
                </a:solidFill>
                <a:latin typeface="NanumGothic"/>
                <a:ea typeface="NanumGothic"/>
                <a:cs typeface="NanumGothic"/>
              </a:defRPr>
            </a:lvl2pPr>
            <a:lvl3pPr>
              <a:defRPr sz="2025" b="0">
                <a:solidFill>
                  <a:srgbClr val="243F3A"/>
                </a:solidFill>
                <a:latin typeface="NanumGothic"/>
                <a:ea typeface="NanumGothic"/>
                <a:cs typeface="NanumGothic"/>
              </a:defRPr>
            </a:lvl3pPr>
            <a:lvl4pPr>
              <a:defRPr sz="2025" b="0">
                <a:solidFill>
                  <a:srgbClr val="243F3A"/>
                </a:solidFill>
                <a:latin typeface="NanumGothic"/>
                <a:ea typeface="NanumGothic"/>
                <a:cs typeface="NanumGothic"/>
              </a:defRPr>
            </a:lvl4pPr>
            <a:lvl5pPr>
              <a:defRPr sz="2025" b="0">
                <a:solidFill>
                  <a:srgbClr val="243F3A"/>
                </a:solidFill>
                <a:latin typeface="NanumGothic"/>
                <a:ea typeface="NanumGothic"/>
                <a:cs typeface="NanumGothic"/>
              </a:defRPr>
            </a:lvl5pPr>
            <a:lvl6pPr>
              <a:defRPr sz="2025" b="0">
                <a:solidFill>
                  <a:srgbClr val="243F3A"/>
                </a:solidFill>
                <a:latin typeface="NanumGothic"/>
                <a:ea typeface="NanumGothic"/>
                <a:cs typeface="NanumGothic"/>
              </a:defRPr>
            </a:lvl6pPr>
            <a:lvl7pPr>
              <a:defRPr sz="2025" b="0">
                <a:solidFill>
                  <a:srgbClr val="243F3A"/>
                </a:solidFill>
                <a:latin typeface="NanumGothic"/>
                <a:ea typeface="NanumGothic"/>
                <a:cs typeface="NanumGothic"/>
              </a:defRPr>
            </a:lvl7pPr>
            <a:lvl8pPr>
              <a:defRPr sz="2025" b="0">
                <a:solidFill>
                  <a:srgbClr val="243F3A"/>
                </a:solidFill>
                <a:latin typeface="NanumGothic"/>
                <a:ea typeface="NanumGothic"/>
                <a:cs typeface="NanumGothic"/>
              </a:defRPr>
            </a:lvl8pPr>
            <a:lvl9pPr>
              <a:defRPr sz="2025" b="0">
                <a:solidFill>
                  <a:srgbClr val="243F3A"/>
                </a:solidFill>
                <a:latin typeface="NanumGothic"/>
                <a:ea typeface="NanumGothic"/>
                <a:cs typeface="NanumGothic"/>
              </a:defRPr>
            </a:lvl9pPr>
          </a:lstStyle>
          <a:p xmlns:a="http://schemas.openxmlformats.org/drawingml/2006/main">
            <a:pPr>
              <a:defRPr sz="2025" b="0">
                <a:solidFill>
                  <a:srgbClr val="243F3A"/>
                </a:solidFill>
                <a:latin typeface="NanumGothic"/>
                <a:ea typeface="NanumGothic"/>
                <a:cs typeface="NanumGothic"/>
              </a:defRPr>
            </a:pPr>
            <a:r>
              <a:rPr sz="2025" b="0">
                <a:solidFill>
                  <a:srgbClr val="243F3A"/>
                </a:solidFill>
                <a:latin typeface="NanumGothic"/>
                <a:ea typeface="NanumGothic"/>
                <a:cs typeface="NanumGothic"/>
              </a:rPr>
              <a:t>codex/mvp-completion의 ccb2602</a:t>
            </a:r>
          </a:p>
          <a:p xmlns:a="http://schemas.openxmlformats.org/drawingml/2006/main">
            <a:pPr>
              <a:defRPr sz="2025" b="0">
                <a:solidFill>
                  <a:srgbClr val="243F3A"/>
                </a:solidFill>
                <a:latin typeface="NanumGothic"/>
                <a:ea typeface="NanumGothic"/>
                <a:cs typeface="NanumGothic"/>
              </a:defRPr>
            </a:pPr>
            <a:r>
              <a:rPr sz="2025" b="0">
                <a:solidFill>
                  <a:srgbClr val="243F3A"/>
                </a:solidFill>
                <a:latin typeface="NanumGothic"/>
                <a:ea typeface="NanumGothic"/>
                <a:cs typeface="NanumGothic"/>
              </a:rPr>
              <a:t>사용자 제공 구현·검증 보고</a:t>
            </a:r>
          </a:p>
        </p:txBody>
      </p:sp>
      <p:sp>
        <p:nvSpPr>
          <p:cNvPr id="8" name="text-6">
            <a:extLst xmlns:a="http://schemas.openxmlformats.org/drawingml/2006/main">
              <a:ext uri="{FF2B5EF4-FFF2-40B4-BE49-F238E27FC236}">
                <a16:creationId xmlns:a16="http://schemas.microsoft.com/office/drawing/2014/main" id="{34CDD282-6B65-432C-8343-C21D73B34230}"/>
              </a:ext>
            </a:extLst>
          </p:cNvPr>
          <p:cNvSpPr>
            <a:spLocks xmlns:a="http://schemas.openxmlformats.org/drawingml/2006/main" noGrp="1"/>
          </p:cNvSpPr>
          <p:nvPr/>
        </p:nvSpPr>
        <p:spPr>
          <a:xfrm xmlns:a="http://schemas.openxmlformats.org/drawingml/2006/main">
            <a:off x="609600" y="423862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00" b="1">
                <a:solidFill>
                  <a:srgbClr val="173D36"/>
                </a:solidFill>
                <a:latin typeface="NanumGothic"/>
                <a:ea typeface="NanumGothic"/>
                <a:cs typeface="NanumGothic"/>
              </a:defRPr>
            </a:defPPr>
            <a:lvl1pPr>
              <a:defRPr sz="2400" b="1">
                <a:solidFill>
                  <a:srgbClr val="173D36"/>
                </a:solidFill>
                <a:latin typeface="NanumGothic"/>
                <a:ea typeface="NanumGothic"/>
                <a:cs typeface="NanumGothic"/>
              </a:defRPr>
            </a:lvl1pPr>
            <a:lvl2pPr>
              <a:defRPr sz="2400" b="1">
                <a:solidFill>
                  <a:srgbClr val="173D36"/>
                </a:solidFill>
                <a:latin typeface="NanumGothic"/>
                <a:ea typeface="NanumGothic"/>
                <a:cs typeface="NanumGothic"/>
              </a:defRPr>
            </a:lvl2pPr>
            <a:lvl3pPr>
              <a:defRPr sz="2400" b="1">
                <a:solidFill>
                  <a:srgbClr val="173D36"/>
                </a:solidFill>
                <a:latin typeface="NanumGothic"/>
                <a:ea typeface="NanumGothic"/>
                <a:cs typeface="NanumGothic"/>
              </a:defRPr>
            </a:lvl3pPr>
            <a:lvl4pPr>
              <a:defRPr sz="2400" b="1">
                <a:solidFill>
                  <a:srgbClr val="173D36"/>
                </a:solidFill>
                <a:latin typeface="NanumGothic"/>
                <a:ea typeface="NanumGothic"/>
                <a:cs typeface="NanumGothic"/>
              </a:defRPr>
            </a:lvl4pPr>
            <a:lvl5pPr>
              <a:defRPr sz="2400" b="1">
                <a:solidFill>
                  <a:srgbClr val="173D36"/>
                </a:solidFill>
                <a:latin typeface="NanumGothic"/>
                <a:ea typeface="NanumGothic"/>
                <a:cs typeface="NanumGothic"/>
              </a:defRPr>
            </a:lvl5pPr>
            <a:lvl6pPr>
              <a:defRPr sz="2400" b="1">
                <a:solidFill>
                  <a:srgbClr val="173D36"/>
                </a:solidFill>
                <a:latin typeface="NanumGothic"/>
                <a:ea typeface="NanumGothic"/>
                <a:cs typeface="NanumGothic"/>
              </a:defRPr>
            </a:lvl6pPr>
            <a:lvl7pPr>
              <a:defRPr sz="2400" b="1">
                <a:solidFill>
                  <a:srgbClr val="173D36"/>
                </a:solidFill>
                <a:latin typeface="NanumGothic"/>
                <a:ea typeface="NanumGothic"/>
                <a:cs typeface="NanumGothic"/>
              </a:defRPr>
            </a:lvl7pPr>
            <a:lvl8pPr>
              <a:defRPr sz="2400" b="1">
                <a:solidFill>
                  <a:srgbClr val="173D36"/>
                </a:solidFill>
                <a:latin typeface="NanumGothic"/>
                <a:ea typeface="NanumGothic"/>
                <a:cs typeface="NanumGothic"/>
              </a:defRPr>
            </a:lvl8pPr>
            <a:lvl9pPr>
              <a:defRPr sz="2400" b="1">
                <a:solidFill>
                  <a:srgbClr val="173D36"/>
                </a:solidFill>
                <a:latin typeface="NanumGothic"/>
                <a:ea typeface="NanumGothic"/>
                <a:cs typeface="NanumGothic"/>
              </a:defRPr>
            </a:lvl9pPr>
          </a:lstStyle>
          <a:p xmlns:a="http://schemas.openxmlformats.org/drawingml/2006/main">
            <a:pPr>
              <a:defRPr sz="2400" b="1">
                <a:solidFill>
                  <a:srgbClr val="173D36"/>
                </a:solidFill>
                <a:latin typeface="NanumGothic"/>
                <a:ea typeface="NanumGothic"/>
                <a:cs typeface="NanumGothic"/>
              </a:defRPr>
            </a:pPr>
            <a:r>
              <a:rPr sz="2400" b="1">
                <a:solidFill>
                  <a:srgbClr val="173D36"/>
                </a:solidFill>
                <a:latin typeface="NanumGothic"/>
                <a:ea typeface="NanumGothic"/>
                <a:cs typeface="NanumGothic"/>
              </a:rPr>
              <a:t>실행</a:t>
            </a:r>
          </a:p>
        </p:txBody>
      </p:sp>
      <p:sp>
        <p:nvSpPr>
          <p:cNvPr id="9" name="text-7">
            <a:extLst xmlns:a="http://schemas.openxmlformats.org/drawingml/2006/main">
              <a:ext uri="{FF2B5EF4-FFF2-40B4-BE49-F238E27FC236}">
                <a16:creationId xmlns:a16="http://schemas.microsoft.com/office/drawing/2014/main" id="{5831619A-E371-4973-BA6D-A97E952CA2F1}"/>
              </a:ext>
            </a:extLst>
          </p:cNvPr>
          <p:cNvSpPr>
            <a:spLocks xmlns:a="http://schemas.openxmlformats.org/drawingml/2006/main" noGrp="1"/>
          </p:cNvSpPr>
          <p:nvPr/>
        </p:nvSpPr>
        <p:spPr>
          <a:xfrm xmlns:a="http://schemas.openxmlformats.org/drawingml/2006/main">
            <a:off x="2571750" y="4238625"/>
            <a:ext cx="8858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025" b="0">
                <a:solidFill>
                  <a:srgbClr val="243F3A"/>
                </a:solidFill>
                <a:latin typeface="NanumGothic"/>
                <a:ea typeface="NanumGothic"/>
                <a:cs typeface="NanumGothic"/>
              </a:defRPr>
            </a:defPPr>
            <a:lvl1pPr>
              <a:defRPr sz="2025" b="0">
                <a:solidFill>
                  <a:srgbClr val="243F3A"/>
                </a:solidFill>
                <a:latin typeface="NanumGothic"/>
                <a:ea typeface="NanumGothic"/>
                <a:cs typeface="NanumGothic"/>
              </a:defRPr>
            </a:lvl1pPr>
            <a:lvl2pPr>
              <a:defRPr sz="2025" b="0">
                <a:solidFill>
                  <a:srgbClr val="243F3A"/>
                </a:solidFill>
                <a:latin typeface="NanumGothic"/>
                <a:ea typeface="NanumGothic"/>
                <a:cs typeface="NanumGothic"/>
              </a:defRPr>
            </a:lvl2pPr>
            <a:lvl3pPr>
              <a:defRPr sz="2025" b="0">
                <a:solidFill>
                  <a:srgbClr val="243F3A"/>
                </a:solidFill>
                <a:latin typeface="NanumGothic"/>
                <a:ea typeface="NanumGothic"/>
                <a:cs typeface="NanumGothic"/>
              </a:defRPr>
            </a:lvl3pPr>
            <a:lvl4pPr>
              <a:defRPr sz="2025" b="0">
                <a:solidFill>
                  <a:srgbClr val="243F3A"/>
                </a:solidFill>
                <a:latin typeface="NanumGothic"/>
                <a:ea typeface="NanumGothic"/>
                <a:cs typeface="NanumGothic"/>
              </a:defRPr>
            </a:lvl4pPr>
            <a:lvl5pPr>
              <a:defRPr sz="2025" b="0">
                <a:solidFill>
                  <a:srgbClr val="243F3A"/>
                </a:solidFill>
                <a:latin typeface="NanumGothic"/>
                <a:ea typeface="NanumGothic"/>
                <a:cs typeface="NanumGothic"/>
              </a:defRPr>
            </a:lvl5pPr>
            <a:lvl6pPr>
              <a:defRPr sz="2025" b="0">
                <a:solidFill>
                  <a:srgbClr val="243F3A"/>
                </a:solidFill>
                <a:latin typeface="NanumGothic"/>
                <a:ea typeface="NanumGothic"/>
                <a:cs typeface="NanumGothic"/>
              </a:defRPr>
            </a:lvl6pPr>
            <a:lvl7pPr>
              <a:defRPr sz="2025" b="0">
                <a:solidFill>
                  <a:srgbClr val="243F3A"/>
                </a:solidFill>
                <a:latin typeface="NanumGothic"/>
                <a:ea typeface="NanumGothic"/>
                <a:cs typeface="NanumGothic"/>
              </a:defRPr>
            </a:lvl7pPr>
            <a:lvl8pPr>
              <a:defRPr sz="2025" b="0">
                <a:solidFill>
                  <a:srgbClr val="243F3A"/>
                </a:solidFill>
                <a:latin typeface="NanumGothic"/>
                <a:ea typeface="NanumGothic"/>
                <a:cs typeface="NanumGothic"/>
              </a:defRPr>
            </a:lvl8pPr>
            <a:lvl9pPr>
              <a:defRPr sz="2025" b="0">
                <a:solidFill>
                  <a:srgbClr val="243F3A"/>
                </a:solidFill>
                <a:latin typeface="NanumGothic"/>
                <a:ea typeface="NanumGothic"/>
                <a:cs typeface="NanumGothic"/>
              </a:defRPr>
            </a:lvl9pPr>
          </a:lstStyle>
          <a:p xmlns:a="http://schemas.openxmlformats.org/drawingml/2006/main">
            <a:pPr>
              <a:defRPr sz="2025" b="0">
                <a:solidFill>
                  <a:srgbClr val="243F3A"/>
                </a:solidFill>
                <a:latin typeface="NanumGothic"/>
                <a:ea typeface="NanumGothic"/>
                <a:cs typeface="NanumGothic"/>
              </a:defRPr>
            </a:pPr>
            <a:r>
              <a:rPr sz="2025" b="0">
                <a:solidFill>
                  <a:srgbClr val="243F3A"/>
                </a:solidFill>
                <a:latin typeface="NanumGothic"/>
                <a:ea typeface="NanumGothic"/>
                <a:cs typeface="NanumGothic"/>
              </a:rPr>
              <a:t>사용자 제공 Render 조회·저장·재조회 기록</a:t>
            </a:r>
          </a:p>
          <a:p xmlns:a="http://schemas.openxmlformats.org/drawingml/2006/main">
            <a:pPr>
              <a:defRPr sz="2025" b="0">
                <a:solidFill>
                  <a:srgbClr val="243F3A"/>
                </a:solidFill>
                <a:latin typeface="NanumGothic"/>
                <a:ea typeface="NanumGothic"/>
                <a:cs typeface="NanumGothic"/>
              </a:defRPr>
            </a:pPr>
            <a:r>
              <a:rPr sz="2025" b="0">
                <a:solidFill>
                  <a:srgbClr val="243F3A"/>
                </a:solidFill>
                <a:latin typeface="NanumGothic"/>
                <a:ea typeface="NanumGothic"/>
                <a:cs typeface="NanumGothic"/>
              </a:rPr>
              <a:t>최종 영상 YAKEUM_FINAL_TTS_BGM.mp4</a:t>
            </a:r>
          </a:p>
        </p:txBody>
      </p:sp>
      <p:sp>
        <p:nvSpPr>
          <p:cNvPr id="10" name="text-8">
            <a:extLst xmlns:a="http://schemas.openxmlformats.org/drawingml/2006/main">
              <a:ext uri="{FF2B5EF4-FFF2-40B4-BE49-F238E27FC236}">
                <a16:creationId xmlns:a16="http://schemas.microsoft.com/office/drawing/2014/main" id="{B31712A7-BAD5-43D2-ABC9-B98C772F0C55}"/>
              </a:ext>
            </a:extLst>
          </p:cNvPr>
          <p:cNvSpPr>
            <a:spLocks xmlns:a="http://schemas.openxmlformats.org/drawingml/2006/main" noGrp="1"/>
          </p:cNvSpPr>
          <p:nvPr/>
        </p:nvSpPr>
        <p:spPr>
          <a:xfrm xmlns:a="http://schemas.openxmlformats.org/drawingml/2006/main">
            <a:off x="609600" y="581025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875" b="0">
                <a:solidFill>
                  <a:srgbClr val="A36835"/>
                </a:solidFill>
                <a:latin typeface="NanumGothic"/>
                <a:ea typeface="NanumGothic"/>
                <a:cs typeface="NanumGothic"/>
              </a:defRPr>
            </a:defPPr>
            <a:lvl1pPr>
              <a:defRPr sz="1875" b="0">
                <a:solidFill>
                  <a:srgbClr val="A36835"/>
                </a:solidFill>
                <a:latin typeface="NanumGothic"/>
                <a:ea typeface="NanumGothic"/>
                <a:cs typeface="NanumGothic"/>
              </a:defRPr>
            </a:lvl1pPr>
            <a:lvl2pPr>
              <a:defRPr sz="1875" b="0">
                <a:solidFill>
                  <a:srgbClr val="A36835"/>
                </a:solidFill>
                <a:latin typeface="NanumGothic"/>
                <a:ea typeface="NanumGothic"/>
                <a:cs typeface="NanumGothic"/>
              </a:defRPr>
            </a:lvl2pPr>
            <a:lvl3pPr>
              <a:defRPr sz="1875" b="0">
                <a:solidFill>
                  <a:srgbClr val="A36835"/>
                </a:solidFill>
                <a:latin typeface="NanumGothic"/>
                <a:ea typeface="NanumGothic"/>
                <a:cs typeface="NanumGothic"/>
              </a:defRPr>
            </a:lvl3pPr>
            <a:lvl4pPr>
              <a:defRPr sz="1875" b="0">
                <a:solidFill>
                  <a:srgbClr val="A36835"/>
                </a:solidFill>
                <a:latin typeface="NanumGothic"/>
                <a:ea typeface="NanumGothic"/>
                <a:cs typeface="NanumGothic"/>
              </a:defRPr>
            </a:lvl4pPr>
            <a:lvl5pPr>
              <a:defRPr sz="1875" b="0">
                <a:solidFill>
                  <a:srgbClr val="A36835"/>
                </a:solidFill>
                <a:latin typeface="NanumGothic"/>
                <a:ea typeface="NanumGothic"/>
                <a:cs typeface="NanumGothic"/>
              </a:defRPr>
            </a:lvl5pPr>
            <a:lvl6pPr>
              <a:defRPr sz="1875" b="0">
                <a:solidFill>
                  <a:srgbClr val="A36835"/>
                </a:solidFill>
                <a:latin typeface="NanumGothic"/>
                <a:ea typeface="NanumGothic"/>
                <a:cs typeface="NanumGothic"/>
              </a:defRPr>
            </a:lvl6pPr>
            <a:lvl7pPr>
              <a:defRPr sz="1875" b="0">
                <a:solidFill>
                  <a:srgbClr val="A36835"/>
                </a:solidFill>
                <a:latin typeface="NanumGothic"/>
                <a:ea typeface="NanumGothic"/>
                <a:cs typeface="NanumGothic"/>
              </a:defRPr>
            </a:lvl7pPr>
            <a:lvl8pPr>
              <a:defRPr sz="1875" b="0">
                <a:solidFill>
                  <a:srgbClr val="A36835"/>
                </a:solidFill>
                <a:latin typeface="NanumGothic"/>
                <a:ea typeface="NanumGothic"/>
                <a:cs typeface="NanumGothic"/>
              </a:defRPr>
            </a:lvl8pPr>
            <a:lvl9pPr>
              <a:defRPr sz="1875" b="0">
                <a:solidFill>
                  <a:srgbClr val="A36835"/>
                </a:solidFill>
                <a:latin typeface="NanumGothic"/>
                <a:ea typeface="NanumGothic"/>
                <a:cs typeface="NanumGothic"/>
              </a:defRPr>
            </a:lvl9pPr>
          </a:lstStyle>
          <a:p xmlns:a="http://schemas.openxmlformats.org/drawingml/2006/main">
            <a:pPr>
              <a:defRPr sz="1875" b="0">
                <a:solidFill>
                  <a:srgbClr val="A36835"/>
                </a:solidFill>
                <a:latin typeface="NanumGothic"/>
                <a:ea typeface="NanumGothic"/>
                <a:cs typeface="NanumGothic"/>
              </a:defRPr>
            </a:pPr>
            <a:r>
              <a:rPr sz="1875" b="0">
                <a:solidFill>
                  <a:srgbClr val="A36835"/>
                </a:solidFill>
                <a:latin typeface="NanumGothic"/>
                <a:ea typeface="NanumGothic"/>
                <a:cs typeface="NanumGothic"/>
              </a:rPr>
              <a:t>기능 검사 통과 수는 사진 읽기의 정확도나 사용 편의성을 뜻하지 않습니다</a:t>
            </a:r>
          </a:p>
        </p:txBody>
      </p:sp>
    </p:spTree>
    <p:extLst>
      <p:ext uri="{BB962C8B-B14F-4D97-AF65-F5344CB8AC3E}">
        <p14:creationId xmlns:p14="http://schemas.microsoft.com/office/powerpoint/2010/main" val="628816645"/>
      </p:ext>
    </p:extLst>
  </p:cSld>
</p:sld>
</file>

<file path=ppt/slides/slide16.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D2F7D5E-3C4A-4D4E-ACC2-DE45B82107A6}"/>
              </a:ext>
            </a:extLst>
          </p:cNvPr>
          <p:cNvSpPr>
            <a:spLocks xmlns:a="http://schemas.openxmlformats.org/drawingml/2006/main" noGrp="1"/>
          </p:cNvSpPr>
          <p:nvPr/>
        </p:nvSpPr>
        <p:spPr>
          <a:xfrm xmlns:a="http://schemas.openxmlformats.org/drawingml/2006/main">
            <a:off x="609600" y="514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3D36"/>
                </a:solidFill>
                <a:latin typeface="NanumGothic"/>
                <a:ea typeface="NanumGothic"/>
                <a:cs typeface="NanumGothic"/>
              </a:defRPr>
            </a:defPPr>
            <a:lvl1pPr>
              <a:defRPr sz="3000" b="1">
                <a:solidFill>
                  <a:srgbClr val="173D36"/>
                </a:solidFill>
                <a:latin typeface="NanumGothic"/>
                <a:ea typeface="NanumGothic"/>
                <a:cs typeface="NanumGothic"/>
              </a:defRPr>
            </a:lvl1pPr>
            <a:lvl2pPr>
              <a:defRPr sz="3000" b="1">
                <a:solidFill>
                  <a:srgbClr val="173D36"/>
                </a:solidFill>
                <a:latin typeface="NanumGothic"/>
                <a:ea typeface="NanumGothic"/>
                <a:cs typeface="NanumGothic"/>
              </a:defRPr>
            </a:lvl2pPr>
            <a:lvl3pPr>
              <a:defRPr sz="3000" b="1">
                <a:solidFill>
                  <a:srgbClr val="173D36"/>
                </a:solidFill>
                <a:latin typeface="NanumGothic"/>
                <a:ea typeface="NanumGothic"/>
                <a:cs typeface="NanumGothic"/>
              </a:defRPr>
            </a:lvl3pPr>
            <a:lvl4pPr>
              <a:defRPr sz="3000" b="1">
                <a:solidFill>
                  <a:srgbClr val="173D36"/>
                </a:solidFill>
                <a:latin typeface="NanumGothic"/>
                <a:ea typeface="NanumGothic"/>
                <a:cs typeface="NanumGothic"/>
              </a:defRPr>
            </a:lvl4pPr>
            <a:lvl5pPr>
              <a:defRPr sz="3000" b="1">
                <a:solidFill>
                  <a:srgbClr val="173D36"/>
                </a:solidFill>
                <a:latin typeface="NanumGothic"/>
                <a:ea typeface="NanumGothic"/>
                <a:cs typeface="NanumGothic"/>
              </a:defRPr>
            </a:lvl5pPr>
            <a:lvl6pPr>
              <a:defRPr sz="3000" b="1">
                <a:solidFill>
                  <a:srgbClr val="173D36"/>
                </a:solidFill>
                <a:latin typeface="NanumGothic"/>
                <a:ea typeface="NanumGothic"/>
                <a:cs typeface="NanumGothic"/>
              </a:defRPr>
            </a:lvl6pPr>
            <a:lvl7pPr>
              <a:defRPr sz="3000" b="1">
                <a:solidFill>
                  <a:srgbClr val="173D36"/>
                </a:solidFill>
                <a:latin typeface="NanumGothic"/>
                <a:ea typeface="NanumGothic"/>
                <a:cs typeface="NanumGothic"/>
              </a:defRPr>
            </a:lvl7pPr>
            <a:lvl8pPr>
              <a:defRPr sz="3000" b="1">
                <a:solidFill>
                  <a:srgbClr val="173D36"/>
                </a:solidFill>
                <a:latin typeface="NanumGothic"/>
                <a:ea typeface="NanumGothic"/>
                <a:cs typeface="NanumGothic"/>
              </a:defRPr>
            </a:lvl8pPr>
            <a:lvl9pPr>
              <a:defRPr sz="3000" b="1">
                <a:solidFill>
                  <a:srgbClr val="173D36"/>
                </a:solidFill>
                <a:latin typeface="NanumGothic"/>
                <a:ea typeface="NanumGothic"/>
                <a:cs typeface="NanumGothic"/>
              </a:defRPr>
            </a:lvl9pPr>
          </a:lstStyle>
          <a:p xmlns:a="http://schemas.openxmlformats.org/drawingml/2006/main">
            <a:pPr>
              <a:defRPr sz="3000" b="1">
                <a:solidFill>
                  <a:srgbClr val="173D36"/>
                </a:solidFill>
                <a:latin typeface="NanumGothic"/>
                <a:ea typeface="NanumGothic"/>
                <a:cs typeface="NanumGothic"/>
              </a:defRPr>
            </a:pPr>
            <a:r>
              <a:rPr sz="3000" b="1">
                <a:solidFill>
                  <a:srgbClr val="173D36"/>
                </a:solidFill>
                <a:latin typeface="NanumGothic"/>
                <a:ea typeface="NanumGothic"/>
                <a:cs typeface="NanumGothic"/>
              </a:rPr>
              <a:t>심화 질문 · 기존 방식과의 비교 / 정답 만들기</a:t>
            </a:r>
          </a:p>
        </p:txBody>
      </p:sp>
      <p:sp>
        <p:nvSpPr>
          <p:cNvPr id="3" name="">
            <a:extLst xmlns:a="http://schemas.openxmlformats.org/drawingml/2006/main">
              <a:ext uri="{FF2B5EF4-FFF2-40B4-BE49-F238E27FC236}">
                <a16:creationId xmlns:a16="http://schemas.microsoft.com/office/drawing/2014/main" id="{95AD4EDA-0178-4646-94CB-230172C18D93}"/>
              </a:ext>
            </a:extLst>
          </p:cNvPr>
          <p:cNvSpPr>
            <a:spLocks xmlns:a="http://schemas.openxmlformats.org/drawingml/2006/main" noGrp="1"/>
          </p:cNvSpPr>
          <p:nvPr/>
        </p:nvSpPr>
        <p:spPr>
          <a:xfrm xmlns:a="http://schemas.openxmlformats.org/drawingml/2006/main">
            <a:off x="609600" y="152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Q01  직접 대조·엑셀 정리와 어떻게 비교할 건가요?</a:t>
            </a:r>
          </a:p>
        </p:txBody>
      </p:sp>
      <p:sp>
        <p:nvSpPr>
          <p:cNvPr id="4" name="">
            <a:extLst xmlns:a="http://schemas.openxmlformats.org/drawingml/2006/main">
              <a:ext uri="{FF2B5EF4-FFF2-40B4-BE49-F238E27FC236}">
                <a16:creationId xmlns:a16="http://schemas.microsoft.com/office/drawing/2014/main" id="{D17DBCF7-4B62-4E3D-86F2-162522F31764}"/>
              </a:ext>
            </a:extLst>
          </p:cNvPr>
          <p:cNvSpPr>
            <a:spLocks xmlns:a="http://schemas.openxmlformats.org/drawingml/2006/main" noGrp="1"/>
          </p:cNvSpPr>
          <p:nvPr/>
        </p:nvSpPr>
        <p:spPr>
          <a:xfrm xmlns:a="http://schemas.openxmlformats.org/drawingml/2006/main">
            <a:off x="990600" y="2190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추가 시험안: 같은 자료와 과제를 주고 완료 시간·오류를 비교합니다.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사용 순서를 바꿔 익숙해진 효과를 줄이며, 현재 측정 결과는 없습니다.</a:t>
            </a:r>
          </a:p>
        </p:txBody>
      </p:sp>
      <p:sp>
        <p:nvSpPr>
          <p:cNvPr id="5" name="">
            <a:extLst xmlns:a="http://schemas.openxmlformats.org/drawingml/2006/main">
              <a:ext uri="{FF2B5EF4-FFF2-40B4-BE49-F238E27FC236}">
                <a16:creationId xmlns:a16="http://schemas.microsoft.com/office/drawing/2014/main" id="{934FD7C4-67D6-4F99-9421-46839A059629}"/>
              </a:ext>
            </a:extLst>
          </p:cNvPr>
          <p:cNvSpPr>
            <a:spLocks xmlns:a="http://schemas.openxmlformats.org/drawingml/2006/main" noGrp="1"/>
          </p:cNvSpPr>
          <p:nvPr/>
        </p:nvSpPr>
        <p:spPr>
          <a:xfrm xmlns:a="http://schemas.openxmlformats.org/drawingml/2006/main">
            <a:off x="609600" y="3667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Q02  검증용 정답은 누가, 어떻게 정하나요?</a:t>
            </a:r>
          </a:p>
        </p:txBody>
      </p:sp>
      <p:sp>
        <p:nvSpPr>
          <p:cNvPr id="6" name="">
            <a:extLst xmlns:a="http://schemas.openxmlformats.org/drawingml/2006/main">
              <a:ext uri="{FF2B5EF4-FFF2-40B4-BE49-F238E27FC236}">
                <a16:creationId xmlns:a16="http://schemas.microsoft.com/office/drawing/2014/main" id="{95A79D44-545D-468E-9611-8076ED44293F}"/>
              </a:ext>
            </a:extLst>
          </p:cNvPr>
          <p:cNvSpPr>
            <a:spLocks xmlns:a="http://schemas.openxmlformats.org/drawingml/2006/main" noGrp="1"/>
          </p:cNvSpPr>
          <p:nvPr/>
        </p:nvSpPr>
        <p:spPr>
          <a:xfrm xmlns:a="http://schemas.openxmlformats.org/drawingml/2006/main">
            <a:off x="990600" y="43338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추가 시험안: 원본을 보고 각자 정답을 만든 뒤 서로 확인합니다.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의약품 해석이 필요한 항목은 전문가 검토가 필요합니다.</a:t>
            </a:r>
          </a:p>
        </p:txBody>
      </p:sp>
      <p:sp>
        <p:nvSpPr>
          <p:cNvPr id="7" name="">
            <a:extLst xmlns:a="http://schemas.openxmlformats.org/drawingml/2006/main">
              <a:ext uri="{FF2B5EF4-FFF2-40B4-BE49-F238E27FC236}">
                <a16:creationId xmlns:a16="http://schemas.microsoft.com/office/drawing/2014/main" id="{E4B8B258-5E0A-48B8-A1E3-C4ECB779DDE4}"/>
              </a:ext>
            </a:extLst>
          </p:cNvPr>
          <p:cNvSpPr>
            <a:spLocks xmlns:a="http://schemas.openxmlformats.org/drawingml/2006/main" noGrp="1"/>
          </p:cNvSpPr>
          <p:nvPr/>
        </p:nvSpPr>
        <p:spPr>
          <a:xfrm xmlns:a="http://schemas.openxmlformats.org/drawingml/2006/main">
            <a:off x="609600" y="6191250"/>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질의응답용 · ‘추가 시험안·설계안’은 앞으로 할 일입니다.</a:t>
            </a:r>
          </a:p>
        </p:txBody>
      </p:sp>
      <p:sp>
        <p:nvSpPr>
          <p:cNvPr id="8" name="">
            <a:extLst xmlns:a="http://schemas.openxmlformats.org/drawingml/2006/main">
              <a:ext uri="{FF2B5EF4-FFF2-40B4-BE49-F238E27FC236}">
                <a16:creationId xmlns:a16="http://schemas.microsoft.com/office/drawing/2014/main" id="{2F2EBCF5-3419-4C46-B151-1D1918DC46EF}"/>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16</a:t>
            </a:r>
          </a:p>
        </p:txBody>
      </p:sp>
    </p:spTree>
    <p:extLst>
      <p:ext uri="{BB962C8B-B14F-4D97-AF65-F5344CB8AC3E}">
        <p14:creationId xmlns:p14="http://schemas.microsoft.com/office/powerpoint/2010/main" val="971737465"/>
      </p:ext>
    </p:extLst>
  </p:cSld>
</p:sld>
</file>

<file path=ppt/slides/slide17.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369A42B-C650-48F7-BF69-7E9E6BD2C025}"/>
              </a:ext>
            </a:extLst>
          </p:cNvPr>
          <p:cNvSpPr>
            <a:spLocks xmlns:a="http://schemas.openxmlformats.org/drawingml/2006/main" noGrp="1"/>
          </p:cNvSpPr>
          <p:nvPr/>
        </p:nvSpPr>
        <p:spPr>
          <a:xfrm xmlns:a="http://schemas.openxmlformats.org/drawingml/2006/main">
            <a:off x="609600" y="514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3D36"/>
                </a:solidFill>
                <a:latin typeface="NanumGothic"/>
                <a:ea typeface="NanumGothic"/>
                <a:cs typeface="NanumGothic"/>
              </a:defRPr>
            </a:defPPr>
            <a:lvl1pPr>
              <a:defRPr sz="3000" b="1">
                <a:solidFill>
                  <a:srgbClr val="173D36"/>
                </a:solidFill>
                <a:latin typeface="NanumGothic"/>
                <a:ea typeface="NanumGothic"/>
                <a:cs typeface="NanumGothic"/>
              </a:defRPr>
            </a:lvl1pPr>
            <a:lvl2pPr>
              <a:defRPr sz="3000" b="1">
                <a:solidFill>
                  <a:srgbClr val="173D36"/>
                </a:solidFill>
                <a:latin typeface="NanumGothic"/>
                <a:ea typeface="NanumGothic"/>
                <a:cs typeface="NanumGothic"/>
              </a:defRPr>
            </a:lvl2pPr>
            <a:lvl3pPr>
              <a:defRPr sz="3000" b="1">
                <a:solidFill>
                  <a:srgbClr val="173D36"/>
                </a:solidFill>
                <a:latin typeface="NanumGothic"/>
                <a:ea typeface="NanumGothic"/>
                <a:cs typeface="NanumGothic"/>
              </a:defRPr>
            </a:lvl3pPr>
            <a:lvl4pPr>
              <a:defRPr sz="3000" b="1">
                <a:solidFill>
                  <a:srgbClr val="173D36"/>
                </a:solidFill>
                <a:latin typeface="NanumGothic"/>
                <a:ea typeface="NanumGothic"/>
                <a:cs typeface="NanumGothic"/>
              </a:defRPr>
            </a:lvl4pPr>
            <a:lvl5pPr>
              <a:defRPr sz="3000" b="1">
                <a:solidFill>
                  <a:srgbClr val="173D36"/>
                </a:solidFill>
                <a:latin typeface="NanumGothic"/>
                <a:ea typeface="NanumGothic"/>
                <a:cs typeface="NanumGothic"/>
              </a:defRPr>
            </a:lvl5pPr>
            <a:lvl6pPr>
              <a:defRPr sz="3000" b="1">
                <a:solidFill>
                  <a:srgbClr val="173D36"/>
                </a:solidFill>
                <a:latin typeface="NanumGothic"/>
                <a:ea typeface="NanumGothic"/>
                <a:cs typeface="NanumGothic"/>
              </a:defRPr>
            </a:lvl6pPr>
            <a:lvl7pPr>
              <a:defRPr sz="3000" b="1">
                <a:solidFill>
                  <a:srgbClr val="173D36"/>
                </a:solidFill>
                <a:latin typeface="NanumGothic"/>
                <a:ea typeface="NanumGothic"/>
                <a:cs typeface="NanumGothic"/>
              </a:defRPr>
            </a:lvl7pPr>
            <a:lvl8pPr>
              <a:defRPr sz="3000" b="1">
                <a:solidFill>
                  <a:srgbClr val="173D36"/>
                </a:solidFill>
                <a:latin typeface="NanumGothic"/>
                <a:ea typeface="NanumGothic"/>
                <a:cs typeface="NanumGothic"/>
              </a:defRPr>
            </a:lvl8pPr>
            <a:lvl9pPr>
              <a:defRPr sz="3000" b="1">
                <a:solidFill>
                  <a:srgbClr val="173D36"/>
                </a:solidFill>
                <a:latin typeface="NanumGothic"/>
                <a:ea typeface="NanumGothic"/>
                <a:cs typeface="NanumGothic"/>
              </a:defRPr>
            </a:lvl9pPr>
          </a:lstStyle>
          <a:p xmlns:a="http://schemas.openxmlformats.org/drawingml/2006/main">
            <a:pPr>
              <a:defRPr sz="3000" b="1">
                <a:solidFill>
                  <a:srgbClr val="173D36"/>
                </a:solidFill>
                <a:latin typeface="NanumGothic"/>
                <a:ea typeface="NanumGothic"/>
                <a:cs typeface="NanumGothic"/>
              </a:defRPr>
            </a:pPr>
            <a:r>
              <a:rPr sz="3000" b="1">
                <a:solidFill>
                  <a:srgbClr val="173D36"/>
                </a:solidFill>
                <a:latin typeface="NanumGothic"/>
                <a:ea typeface="NanumGothic"/>
                <a:cs typeface="NanumGothic"/>
              </a:rPr>
              <a:t>심화 질문 · 새로운 자료 시험 / 보류 비율</a:t>
            </a:r>
          </a:p>
        </p:txBody>
      </p:sp>
      <p:sp>
        <p:nvSpPr>
          <p:cNvPr id="3" name="">
            <a:extLst xmlns:a="http://schemas.openxmlformats.org/drawingml/2006/main">
              <a:ext uri="{FF2B5EF4-FFF2-40B4-BE49-F238E27FC236}">
                <a16:creationId xmlns:a16="http://schemas.microsoft.com/office/drawing/2014/main" id="{9D329B51-FA65-4C09-A112-F05A86BC5150}"/>
              </a:ext>
            </a:extLst>
          </p:cNvPr>
          <p:cNvSpPr>
            <a:spLocks xmlns:a="http://schemas.openxmlformats.org/drawingml/2006/main" noGrp="1"/>
          </p:cNvSpPr>
          <p:nvPr/>
        </p:nvSpPr>
        <p:spPr>
          <a:xfrm xmlns:a="http://schemas.openxmlformats.org/drawingml/2006/main">
            <a:off x="609600" y="152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Q03  익숙한 합성 자료에만 잘 맞는 것은 아닌가요?</a:t>
            </a:r>
          </a:p>
        </p:txBody>
      </p:sp>
      <p:sp>
        <p:nvSpPr>
          <p:cNvPr id="4" name="">
            <a:extLst xmlns:a="http://schemas.openxmlformats.org/drawingml/2006/main">
              <a:ext uri="{FF2B5EF4-FFF2-40B4-BE49-F238E27FC236}">
                <a16:creationId xmlns:a16="http://schemas.microsoft.com/office/drawing/2014/main" id="{A4A517FE-A9E7-4E02-A496-CF868257B5B5}"/>
              </a:ext>
            </a:extLst>
          </p:cNvPr>
          <p:cNvSpPr>
            <a:spLocks xmlns:a="http://schemas.openxmlformats.org/drawingml/2006/main" noGrp="1"/>
          </p:cNvSpPr>
          <p:nvPr/>
        </p:nvSpPr>
        <p:spPr>
          <a:xfrm xmlns:a="http://schemas.openxmlformats.org/drawingml/2006/main">
            <a:off x="990600" y="2190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현재 합성 자료 중심 검증이라는 한계가 있습니다.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개발에 쓰지 않은 문서 양식과 제품으로 따로 시험해야 합니다.</a:t>
            </a:r>
          </a:p>
        </p:txBody>
      </p:sp>
      <p:sp>
        <p:nvSpPr>
          <p:cNvPr id="5" name="">
            <a:extLst xmlns:a="http://schemas.openxmlformats.org/drawingml/2006/main">
              <a:ext uri="{FF2B5EF4-FFF2-40B4-BE49-F238E27FC236}">
                <a16:creationId xmlns:a16="http://schemas.microsoft.com/office/drawing/2014/main" id="{D8BED32D-5942-4FF0-AE9A-F8884D7CF551}"/>
              </a:ext>
            </a:extLst>
          </p:cNvPr>
          <p:cNvSpPr>
            <a:spLocks xmlns:a="http://schemas.openxmlformats.org/drawingml/2006/main" noGrp="1"/>
          </p:cNvSpPr>
          <p:nvPr/>
        </p:nvSpPr>
        <p:spPr>
          <a:xfrm xmlns:a="http://schemas.openxmlformats.org/drawingml/2006/main">
            <a:off x="609600" y="3667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Q04  보류를 늘리면 정확도가 높아 보이지 않나요?</a:t>
            </a:r>
          </a:p>
        </p:txBody>
      </p:sp>
      <p:sp>
        <p:nvSpPr>
          <p:cNvPr id="6" name="">
            <a:extLst xmlns:a="http://schemas.openxmlformats.org/drawingml/2006/main">
              <a:ext uri="{FF2B5EF4-FFF2-40B4-BE49-F238E27FC236}">
                <a16:creationId xmlns:a16="http://schemas.microsoft.com/office/drawing/2014/main" id="{9DE32BFC-8D50-41EE-9EA7-EF3C36AF1C28}"/>
              </a:ext>
            </a:extLst>
          </p:cNvPr>
          <p:cNvSpPr>
            <a:spLocks xmlns:a="http://schemas.openxmlformats.org/drawingml/2006/main" noGrp="1"/>
          </p:cNvSpPr>
          <p:nvPr/>
        </p:nvSpPr>
        <p:spPr>
          <a:xfrm xmlns:a="http://schemas.openxmlformats.org/drawingml/2006/main">
            <a:off x="990600" y="43338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추가 시험안: 전체 자료 중 맞음·잘못 연결·보류를 함께 셉니다.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답을 낸 사례의 정확도만 제시하지 않습니다.</a:t>
            </a:r>
          </a:p>
        </p:txBody>
      </p:sp>
      <p:sp>
        <p:nvSpPr>
          <p:cNvPr id="7" name="">
            <a:extLst xmlns:a="http://schemas.openxmlformats.org/drawingml/2006/main">
              <a:ext uri="{FF2B5EF4-FFF2-40B4-BE49-F238E27FC236}">
                <a16:creationId xmlns:a16="http://schemas.microsoft.com/office/drawing/2014/main" id="{1395FA6B-A173-4BC6-BB7C-9C05389F3446}"/>
              </a:ext>
            </a:extLst>
          </p:cNvPr>
          <p:cNvSpPr>
            <a:spLocks xmlns:a="http://schemas.openxmlformats.org/drawingml/2006/main" noGrp="1"/>
          </p:cNvSpPr>
          <p:nvPr/>
        </p:nvSpPr>
        <p:spPr>
          <a:xfrm xmlns:a="http://schemas.openxmlformats.org/drawingml/2006/main">
            <a:off x="609600" y="6191250"/>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질의응답용 · ‘추가 시험안·설계안’은 앞으로 할 일입니다.</a:t>
            </a:r>
          </a:p>
        </p:txBody>
      </p:sp>
      <p:sp>
        <p:nvSpPr>
          <p:cNvPr id="8" name="">
            <a:extLst xmlns:a="http://schemas.openxmlformats.org/drawingml/2006/main">
              <a:ext uri="{FF2B5EF4-FFF2-40B4-BE49-F238E27FC236}">
                <a16:creationId xmlns:a16="http://schemas.microsoft.com/office/drawing/2014/main" id="{23358C74-0DB8-47EE-8021-EF8D76B6C2B0}"/>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17</a:t>
            </a:r>
          </a:p>
        </p:txBody>
      </p:sp>
    </p:spTree>
    <p:extLst>
      <p:ext uri="{BB962C8B-B14F-4D97-AF65-F5344CB8AC3E}">
        <p14:creationId xmlns:p14="http://schemas.microsoft.com/office/powerpoint/2010/main" val="1081978883"/>
      </p:ext>
    </p:extLst>
  </p:cSld>
</p:sld>
</file>

<file path=ppt/slides/slide18.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D4C60A1-9D2B-4295-A109-8A9F19317B40}"/>
              </a:ext>
            </a:extLst>
          </p:cNvPr>
          <p:cNvSpPr>
            <a:spLocks xmlns:a="http://schemas.openxmlformats.org/drawingml/2006/main" noGrp="1"/>
          </p:cNvSpPr>
          <p:nvPr/>
        </p:nvSpPr>
        <p:spPr>
          <a:xfrm xmlns:a="http://schemas.openxmlformats.org/drawingml/2006/main">
            <a:off x="609600" y="514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3D36"/>
                </a:solidFill>
                <a:latin typeface="NanumGothic"/>
                <a:ea typeface="NanumGothic"/>
                <a:cs typeface="NanumGothic"/>
              </a:defRPr>
            </a:defPPr>
            <a:lvl1pPr>
              <a:defRPr sz="3000" b="1">
                <a:solidFill>
                  <a:srgbClr val="173D36"/>
                </a:solidFill>
                <a:latin typeface="NanumGothic"/>
                <a:ea typeface="NanumGothic"/>
                <a:cs typeface="NanumGothic"/>
              </a:defRPr>
            </a:lvl1pPr>
            <a:lvl2pPr>
              <a:defRPr sz="3000" b="1">
                <a:solidFill>
                  <a:srgbClr val="173D36"/>
                </a:solidFill>
                <a:latin typeface="NanumGothic"/>
                <a:ea typeface="NanumGothic"/>
                <a:cs typeface="NanumGothic"/>
              </a:defRPr>
            </a:lvl2pPr>
            <a:lvl3pPr>
              <a:defRPr sz="3000" b="1">
                <a:solidFill>
                  <a:srgbClr val="173D36"/>
                </a:solidFill>
                <a:latin typeface="NanumGothic"/>
                <a:ea typeface="NanumGothic"/>
                <a:cs typeface="NanumGothic"/>
              </a:defRPr>
            </a:lvl3pPr>
            <a:lvl4pPr>
              <a:defRPr sz="3000" b="1">
                <a:solidFill>
                  <a:srgbClr val="173D36"/>
                </a:solidFill>
                <a:latin typeface="NanumGothic"/>
                <a:ea typeface="NanumGothic"/>
                <a:cs typeface="NanumGothic"/>
              </a:defRPr>
            </a:lvl4pPr>
            <a:lvl5pPr>
              <a:defRPr sz="3000" b="1">
                <a:solidFill>
                  <a:srgbClr val="173D36"/>
                </a:solidFill>
                <a:latin typeface="NanumGothic"/>
                <a:ea typeface="NanumGothic"/>
                <a:cs typeface="NanumGothic"/>
              </a:defRPr>
            </a:lvl5pPr>
            <a:lvl6pPr>
              <a:defRPr sz="3000" b="1">
                <a:solidFill>
                  <a:srgbClr val="173D36"/>
                </a:solidFill>
                <a:latin typeface="NanumGothic"/>
                <a:ea typeface="NanumGothic"/>
                <a:cs typeface="NanumGothic"/>
              </a:defRPr>
            </a:lvl6pPr>
            <a:lvl7pPr>
              <a:defRPr sz="3000" b="1">
                <a:solidFill>
                  <a:srgbClr val="173D36"/>
                </a:solidFill>
                <a:latin typeface="NanumGothic"/>
                <a:ea typeface="NanumGothic"/>
                <a:cs typeface="NanumGothic"/>
              </a:defRPr>
            </a:lvl7pPr>
            <a:lvl8pPr>
              <a:defRPr sz="3000" b="1">
                <a:solidFill>
                  <a:srgbClr val="173D36"/>
                </a:solidFill>
                <a:latin typeface="NanumGothic"/>
                <a:ea typeface="NanumGothic"/>
                <a:cs typeface="NanumGothic"/>
              </a:defRPr>
            </a:lvl8pPr>
            <a:lvl9pPr>
              <a:defRPr sz="3000" b="1">
                <a:solidFill>
                  <a:srgbClr val="173D36"/>
                </a:solidFill>
                <a:latin typeface="NanumGothic"/>
                <a:ea typeface="NanumGothic"/>
                <a:cs typeface="NanumGothic"/>
              </a:defRPr>
            </a:lvl9pPr>
          </a:lstStyle>
          <a:p xmlns:a="http://schemas.openxmlformats.org/drawingml/2006/main">
            <a:pPr>
              <a:defRPr sz="3000" b="1">
                <a:solidFill>
                  <a:srgbClr val="173D36"/>
                </a:solidFill>
                <a:latin typeface="NanumGothic"/>
                <a:ea typeface="NanumGothic"/>
                <a:cs typeface="NanumGothic"/>
              </a:defRPr>
            </a:pPr>
            <a:r>
              <a:rPr sz="3000" b="1">
                <a:solidFill>
                  <a:srgbClr val="173D36"/>
                </a:solidFill>
                <a:latin typeface="NanumGothic"/>
                <a:ea typeface="NanumGothic"/>
                <a:cs typeface="NanumGothic"/>
              </a:rPr>
              <a:t>심화 질문 · 제품 변경 / 단위와 약의 형태</a:t>
            </a:r>
          </a:p>
        </p:txBody>
      </p:sp>
      <p:sp>
        <p:nvSpPr>
          <p:cNvPr id="3" name="">
            <a:extLst xmlns:a="http://schemas.openxmlformats.org/drawingml/2006/main">
              <a:ext uri="{FF2B5EF4-FFF2-40B4-BE49-F238E27FC236}">
                <a16:creationId xmlns:a16="http://schemas.microsoft.com/office/drawing/2014/main" id="{72E4353A-0365-49A0-A1EB-FB38F812819B}"/>
              </a:ext>
            </a:extLst>
          </p:cNvPr>
          <p:cNvSpPr>
            <a:spLocks xmlns:a="http://schemas.openxmlformats.org/drawingml/2006/main" noGrp="1"/>
          </p:cNvSpPr>
          <p:nvPr/>
        </p:nvSpPr>
        <p:spPr>
          <a:xfrm xmlns:a="http://schemas.openxmlformats.org/drawingml/2006/main">
            <a:off x="609600" y="152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Q05  성분은 같은데 제조사·제품명이 바뀌면요?</a:t>
            </a:r>
          </a:p>
        </p:txBody>
      </p:sp>
      <p:sp>
        <p:nvSpPr>
          <p:cNvPr id="4" name="">
            <a:extLst xmlns:a="http://schemas.openxmlformats.org/drawingml/2006/main">
              <a:ext uri="{FF2B5EF4-FFF2-40B4-BE49-F238E27FC236}">
                <a16:creationId xmlns:a16="http://schemas.microsoft.com/office/drawing/2014/main" id="{B10E1DE6-0C45-4987-9EC7-8E39576D2760}"/>
              </a:ext>
            </a:extLst>
          </p:cNvPr>
          <p:cNvSpPr>
            <a:spLocks xmlns:a="http://schemas.openxmlformats.org/drawingml/2006/main" noGrp="1"/>
          </p:cNvSpPr>
          <p:nvPr/>
        </p:nvSpPr>
        <p:spPr>
          <a:xfrm xmlns:a="http://schemas.openxmlformats.org/drawingml/2006/main">
            <a:off x="990600" y="2190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추가 검증 대상입니다. 성분 일치와 제품 일치를 구분하고,</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제품 식별자·제형·함량을 함께 대조할 필요가 있습니다.</a:t>
            </a:r>
          </a:p>
        </p:txBody>
      </p:sp>
      <p:sp>
        <p:nvSpPr>
          <p:cNvPr id="5" name="">
            <a:extLst xmlns:a="http://schemas.openxmlformats.org/drawingml/2006/main">
              <a:ext uri="{FF2B5EF4-FFF2-40B4-BE49-F238E27FC236}">
                <a16:creationId xmlns:a16="http://schemas.microsoft.com/office/drawing/2014/main" id="{3AFA2056-F364-49CE-8BF7-BB6312C9CE26}"/>
              </a:ext>
            </a:extLst>
          </p:cNvPr>
          <p:cNvSpPr>
            <a:spLocks xmlns:a="http://schemas.openxmlformats.org/drawingml/2006/main" noGrp="1"/>
          </p:cNvSpPr>
          <p:nvPr/>
        </p:nvSpPr>
        <p:spPr>
          <a:xfrm xmlns:a="http://schemas.openxmlformats.org/drawingml/2006/main">
            <a:off x="609600" y="3667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Q06  액상·주사제처럼 단위가 다르면요?</a:t>
            </a:r>
          </a:p>
        </p:txBody>
      </p:sp>
      <p:sp>
        <p:nvSpPr>
          <p:cNvPr id="6" name="">
            <a:extLst xmlns:a="http://schemas.openxmlformats.org/drawingml/2006/main">
              <a:ext uri="{FF2B5EF4-FFF2-40B4-BE49-F238E27FC236}">
                <a16:creationId xmlns:a16="http://schemas.microsoft.com/office/drawing/2014/main" id="{75B17CFF-F995-4735-8DF7-D96817562859}"/>
              </a:ext>
            </a:extLst>
          </p:cNvPr>
          <p:cNvSpPr>
            <a:spLocks xmlns:a="http://schemas.openxmlformats.org/drawingml/2006/main" noGrp="1"/>
          </p:cNvSpPr>
          <p:nvPr/>
        </p:nvSpPr>
        <p:spPr>
          <a:xfrm xmlns:a="http://schemas.openxmlformats.org/drawingml/2006/main">
            <a:off x="990600" y="43338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모든 약의 형태와 단위 변환까지 시험한 것은 아닙니다.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농도·투여량 기준이 확인되지 않으면 자동 환산을 확정하지 않아야 합니다.</a:t>
            </a:r>
          </a:p>
        </p:txBody>
      </p:sp>
      <p:sp>
        <p:nvSpPr>
          <p:cNvPr id="7" name="">
            <a:extLst xmlns:a="http://schemas.openxmlformats.org/drawingml/2006/main">
              <a:ext uri="{FF2B5EF4-FFF2-40B4-BE49-F238E27FC236}">
                <a16:creationId xmlns:a16="http://schemas.microsoft.com/office/drawing/2014/main" id="{07440226-4477-4214-8861-8A897F92CD54}"/>
              </a:ext>
            </a:extLst>
          </p:cNvPr>
          <p:cNvSpPr>
            <a:spLocks xmlns:a="http://schemas.openxmlformats.org/drawingml/2006/main" noGrp="1"/>
          </p:cNvSpPr>
          <p:nvPr/>
        </p:nvSpPr>
        <p:spPr>
          <a:xfrm xmlns:a="http://schemas.openxmlformats.org/drawingml/2006/main">
            <a:off x="609600" y="6191250"/>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질의응답용 · ‘추가 시험안·설계안’은 앞으로 할 일입니다.</a:t>
            </a:r>
          </a:p>
        </p:txBody>
      </p:sp>
      <p:sp>
        <p:nvSpPr>
          <p:cNvPr id="8" name="">
            <a:extLst xmlns:a="http://schemas.openxmlformats.org/drawingml/2006/main">
              <a:ext uri="{FF2B5EF4-FFF2-40B4-BE49-F238E27FC236}">
                <a16:creationId xmlns:a16="http://schemas.microsoft.com/office/drawing/2014/main" id="{ADDB289F-892E-4B38-B632-F5BBD81EE60B}"/>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18</a:t>
            </a:r>
          </a:p>
        </p:txBody>
      </p:sp>
    </p:spTree>
    <p:extLst>
      <p:ext uri="{BB962C8B-B14F-4D97-AF65-F5344CB8AC3E}">
        <p14:creationId xmlns:p14="http://schemas.microsoft.com/office/powerpoint/2010/main" val="404088258"/>
      </p:ext>
    </p:extLst>
  </p:cSld>
</p:sld>
</file>

<file path=ppt/slides/slide19.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70E2534-DF4C-4751-8E35-6CD414093F69}"/>
              </a:ext>
            </a:extLst>
          </p:cNvPr>
          <p:cNvSpPr>
            <a:spLocks xmlns:a="http://schemas.openxmlformats.org/drawingml/2006/main" noGrp="1"/>
          </p:cNvSpPr>
          <p:nvPr/>
        </p:nvSpPr>
        <p:spPr>
          <a:xfrm xmlns:a="http://schemas.openxmlformats.org/drawingml/2006/main">
            <a:off x="609600" y="514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3D36"/>
                </a:solidFill>
                <a:latin typeface="NanumGothic"/>
                <a:ea typeface="NanumGothic"/>
                <a:cs typeface="NanumGothic"/>
              </a:defRPr>
            </a:defPPr>
            <a:lvl1pPr>
              <a:defRPr sz="3000" b="1">
                <a:solidFill>
                  <a:srgbClr val="173D36"/>
                </a:solidFill>
                <a:latin typeface="NanumGothic"/>
                <a:ea typeface="NanumGothic"/>
                <a:cs typeface="NanumGothic"/>
              </a:defRPr>
            </a:lvl1pPr>
            <a:lvl2pPr>
              <a:defRPr sz="3000" b="1">
                <a:solidFill>
                  <a:srgbClr val="173D36"/>
                </a:solidFill>
                <a:latin typeface="NanumGothic"/>
                <a:ea typeface="NanumGothic"/>
                <a:cs typeface="NanumGothic"/>
              </a:defRPr>
            </a:lvl2pPr>
            <a:lvl3pPr>
              <a:defRPr sz="3000" b="1">
                <a:solidFill>
                  <a:srgbClr val="173D36"/>
                </a:solidFill>
                <a:latin typeface="NanumGothic"/>
                <a:ea typeface="NanumGothic"/>
                <a:cs typeface="NanumGothic"/>
              </a:defRPr>
            </a:lvl3pPr>
            <a:lvl4pPr>
              <a:defRPr sz="3000" b="1">
                <a:solidFill>
                  <a:srgbClr val="173D36"/>
                </a:solidFill>
                <a:latin typeface="NanumGothic"/>
                <a:ea typeface="NanumGothic"/>
                <a:cs typeface="NanumGothic"/>
              </a:defRPr>
            </a:lvl4pPr>
            <a:lvl5pPr>
              <a:defRPr sz="3000" b="1">
                <a:solidFill>
                  <a:srgbClr val="173D36"/>
                </a:solidFill>
                <a:latin typeface="NanumGothic"/>
                <a:ea typeface="NanumGothic"/>
                <a:cs typeface="NanumGothic"/>
              </a:defRPr>
            </a:lvl5pPr>
            <a:lvl6pPr>
              <a:defRPr sz="3000" b="1">
                <a:solidFill>
                  <a:srgbClr val="173D36"/>
                </a:solidFill>
                <a:latin typeface="NanumGothic"/>
                <a:ea typeface="NanumGothic"/>
                <a:cs typeface="NanumGothic"/>
              </a:defRPr>
            </a:lvl6pPr>
            <a:lvl7pPr>
              <a:defRPr sz="3000" b="1">
                <a:solidFill>
                  <a:srgbClr val="173D36"/>
                </a:solidFill>
                <a:latin typeface="NanumGothic"/>
                <a:ea typeface="NanumGothic"/>
                <a:cs typeface="NanumGothic"/>
              </a:defRPr>
            </a:lvl7pPr>
            <a:lvl8pPr>
              <a:defRPr sz="3000" b="1">
                <a:solidFill>
                  <a:srgbClr val="173D36"/>
                </a:solidFill>
                <a:latin typeface="NanumGothic"/>
                <a:ea typeface="NanumGothic"/>
                <a:cs typeface="NanumGothic"/>
              </a:defRPr>
            </a:lvl8pPr>
            <a:lvl9pPr>
              <a:defRPr sz="3000" b="1">
                <a:solidFill>
                  <a:srgbClr val="173D36"/>
                </a:solidFill>
                <a:latin typeface="NanumGothic"/>
                <a:ea typeface="NanumGothic"/>
                <a:cs typeface="NanumGothic"/>
              </a:defRPr>
            </a:lvl9pPr>
          </a:lstStyle>
          <a:p xmlns:a="http://schemas.openxmlformats.org/drawingml/2006/main">
            <a:pPr>
              <a:defRPr sz="3000" b="1">
                <a:solidFill>
                  <a:srgbClr val="173D36"/>
                </a:solidFill>
                <a:latin typeface="NanumGothic"/>
                <a:ea typeface="NanumGothic"/>
                <a:cs typeface="NanumGothic"/>
              </a:defRPr>
            </a:pPr>
            <a:r>
              <a:rPr sz="3000" b="1">
                <a:solidFill>
                  <a:srgbClr val="173D36"/>
                </a:solidFill>
                <a:latin typeface="NanumGothic"/>
                <a:ea typeface="NanumGothic"/>
                <a:cs typeface="NanumGothic"/>
              </a:rPr>
              <a:t>심화 질문 · 특수 복용법 / 여러 성분이 든 약</a:t>
            </a:r>
          </a:p>
        </p:txBody>
      </p:sp>
      <p:sp>
        <p:nvSpPr>
          <p:cNvPr id="3" name="">
            <a:extLst xmlns:a="http://schemas.openxmlformats.org/drawingml/2006/main">
              <a:ext uri="{FF2B5EF4-FFF2-40B4-BE49-F238E27FC236}">
                <a16:creationId xmlns:a16="http://schemas.microsoft.com/office/drawing/2014/main" id="{48284227-F6F7-4367-9920-B717EE264C20}"/>
              </a:ext>
            </a:extLst>
          </p:cNvPr>
          <p:cNvSpPr>
            <a:spLocks xmlns:a="http://schemas.openxmlformats.org/drawingml/2006/main" noGrp="1"/>
          </p:cNvSpPr>
          <p:nvPr/>
        </p:nvSpPr>
        <p:spPr>
          <a:xfrm xmlns:a="http://schemas.openxmlformats.org/drawingml/2006/main">
            <a:off x="609600" y="152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Q07  반 알·필요시·격일 복용도 비교할 수 있나요?</a:t>
            </a:r>
          </a:p>
        </p:txBody>
      </p:sp>
      <p:sp>
        <p:nvSpPr>
          <p:cNvPr id="4" name="">
            <a:extLst xmlns:a="http://schemas.openxmlformats.org/drawingml/2006/main">
              <a:ext uri="{FF2B5EF4-FFF2-40B4-BE49-F238E27FC236}">
                <a16:creationId xmlns:a16="http://schemas.microsoft.com/office/drawing/2014/main" id="{E3B02688-E68D-445B-BEBF-D73322478AE7}"/>
              </a:ext>
            </a:extLst>
          </p:cNvPr>
          <p:cNvSpPr>
            <a:spLocks xmlns:a="http://schemas.openxmlformats.org/drawingml/2006/main" noGrp="1"/>
          </p:cNvSpPr>
          <p:nvPr/>
        </p:nvSpPr>
        <p:spPr>
          <a:xfrm xmlns:a="http://schemas.openxmlformats.org/drawingml/2006/main">
            <a:off x="990600" y="2190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이런 복용법은 별도 규칙과 사례 검증이 필요합니다.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현재 확인한 정형 사례를 모든 복용법으로 일반화하지 않습니다.</a:t>
            </a:r>
          </a:p>
        </p:txBody>
      </p:sp>
      <p:sp>
        <p:nvSpPr>
          <p:cNvPr id="5" name="">
            <a:extLst xmlns:a="http://schemas.openxmlformats.org/drawingml/2006/main">
              <a:ext uri="{FF2B5EF4-FFF2-40B4-BE49-F238E27FC236}">
                <a16:creationId xmlns:a16="http://schemas.microsoft.com/office/drawing/2014/main" id="{D4B403BD-74FB-4DE1-872C-CF5DEF6A69DB}"/>
              </a:ext>
            </a:extLst>
          </p:cNvPr>
          <p:cNvSpPr>
            <a:spLocks xmlns:a="http://schemas.openxmlformats.org/drawingml/2006/main" noGrp="1"/>
          </p:cNvSpPr>
          <p:nvPr/>
        </p:nvSpPr>
        <p:spPr>
          <a:xfrm xmlns:a="http://schemas.openxmlformats.org/drawingml/2006/main">
            <a:off x="609600" y="3667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Q08  복합제에서 한 성분의 함량만 달라지면요?</a:t>
            </a:r>
          </a:p>
        </p:txBody>
      </p:sp>
      <p:sp>
        <p:nvSpPr>
          <p:cNvPr id="6" name="">
            <a:extLst xmlns:a="http://schemas.openxmlformats.org/drawingml/2006/main">
              <a:ext uri="{FF2B5EF4-FFF2-40B4-BE49-F238E27FC236}">
                <a16:creationId xmlns:a16="http://schemas.microsoft.com/office/drawing/2014/main" id="{702307C4-3F41-4C68-A398-CB14673AF027}"/>
              </a:ext>
            </a:extLst>
          </p:cNvPr>
          <p:cNvSpPr>
            <a:spLocks xmlns:a="http://schemas.openxmlformats.org/drawingml/2006/main" noGrp="1"/>
          </p:cNvSpPr>
          <p:nvPr/>
        </p:nvSpPr>
        <p:spPr>
          <a:xfrm xmlns:a="http://schemas.openxmlformats.org/drawingml/2006/main">
            <a:off x="990600" y="43338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추가 시험안: 성분마다 이름과 함량을 짝지어 비교합니다.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대표 성분 하나가 같다는 이유로 전체 동일을 확정하지 않습니다.</a:t>
            </a:r>
          </a:p>
        </p:txBody>
      </p:sp>
      <p:sp>
        <p:nvSpPr>
          <p:cNvPr id="7" name="">
            <a:extLst xmlns:a="http://schemas.openxmlformats.org/drawingml/2006/main">
              <a:ext uri="{FF2B5EF4-FFF2-40B4-BE49-F238E27FC236}">
                <a16:creationId xmlns:a16="http://schemas.microsoft.com/office/drawing/2014/main" id="{22DB8F1A-C564-4853-B468-5E9C1CABDA42}"/>
              </a:ext>
            </a:extLst>
          </p:cNvPr>
          <p:cNvSpPr>
            <a:spLocks xmlns:a="http://schemas.openxmlformats.org/drawingml/2006/main" noGrp="1"/>
          </p:cNvSpPr>
          <p:nvPr/>
        </p:nvSpPr>
        <p:spPr>
          <a:xfrm xmlns:a="http://schemas.openxmlformats.org/drawingml/2006/main">
            <a:off x="609600" y="6191250"/>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질의응답용 · ‘추가 시험안·설계안’은 앞으로 할 일입니다.</a:t>
            </a:r>
          </a:p>
        </p:txBody>
      </p:sp>
      <p:sp>
        <p:nvSpPr>
          <p:cNvPr id="8" name="">
            <a:extLst xmlns:a="http://schemas.openxmlformats.org/drawingml/2006/main">
              <a:ext uri="{FF2B5EF4-FFF2-40B4-BE49-F238E27FC236}">
                <a16:creationId xmlns:a16="http://schemas.microsoft.com/office/drawing/2014/main" id="{12FDFB65-32E7-425C-9D44-A85977119FD7}"/>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19</a:t>
            </a:r>
          </a:p>
        </p:txBody>
      </p:sp>
    </p:spTree>
    <p:extLst>
      <p:ext uri="{BB962C8B-B14F-4D97-AF65-F5344CB8AC3E}">
        <p14:creationId xmlns:p14="http://schemas.microsoft.com/office/powerpoint/2010/main" val="803918574"/>
      </p:ext>
    </p:extLst>
  </p:cSld>
</p:sld>
</file>

<file path=ppt/slides/slide20.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743E5AE-2A39-43D4-B99B-511E9EFF9AA1}"/>
              </a:ext>
            </a:extLst>
          </p:cNvPr>
          <p:cNvSpPr>
            <a:spLocks xmlns:a="http://schemas.openxmlformats.org/drawingml/2006/main" noGrp="1"/>
          </p:cNvSpPr>
          <p:nvPr/>
        </p:nvSpPr>
        <p:spPr>
          <a:xfrm xmlns:a="http://schemas.openxmlformats.org/drawingml/2006/main">
            <a:off x="609600" y="514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3D36"/>
                </a:solidFill>
                <a:latin typeface="NanumGothic"/>
                <a:ea typeface="NanumGothic"/>
                <a:cs typeface="NanumGothic"/>
              </a:defRPr>
            </a:defPPr>
            <a:lvl1pPr>
              <a:defRPr sz="3000" b="1">
                <a:solidFill>
                  <a:srgbClr val="173D36"/>
                </a:solidFill>
                <a:latin typeface="NanumGothic"/>
                <a:ea typeface="NanumGothic"/>
                <a:cs typeface="NanumGothic"/>
              </a:defRPr>
            </a:lvl1pPr>
            <a:lvl2pPr>
              <a:defRPr sz="3000" b="1">
                <a:solidFill>
                  <a:srgbClr val="173D36"/>
                </a:solidFill>
                <a:latin typeface="NanumGothic"/>
                <a:ea typeface="NanumGothic"/>
                <a:cs typeface="NanumGothic"/>
              </a:defRPr>
            </a:lvl2pPr>
            <a:lvl3pPr>
              <a:defRPr sz="3000" b="1">
                <a:solidFill>
                  <a:srgbClr val="173D36"/>
                </a:solidFill>
                <a:latin typeface="NanumGothic"/>
                <a:ea typeface="NanumGothic"/>
                <a:cs typeface="NanumGothic"/>
              </a:defRPr>
            </a:lvl3pPr>
            <a:lvl4pPr>
              <a:defRPr sz="3000" b="1">
                <a:solidFill>
                  <a:srgbClr val="173D36"/>
                </a:solidFill>
                <a:latin typeface="NanumGothic"/>
                <a:ea typeface="NanumGothic"/>
                <a:cs typeface="NanumGothic"/>
              </a:defRPr>
            </a:lvl4pPr>
            <a:lvl5pPr>
              <a:defRPr sz="3000" b="1">
                <a:solidFill>
                  <a:srgbClr val="173D36"/>
                </a:solidFill>
                <a:latin typeface="NanumGothic"/>
                <a:ea typeface="NanumGothic"/>
                <a:cs typeface="NanumGothic"/>
              </a:defRPr>
            </a:lvl5pPr>
            <a:lvl6pPr>
              <a:defRPr sz="3000" b="1">
                <a:solidFill>
                  <a:srgbClr val="173D36"/>
                </a:solidFill>
                <a:latin typeface="NanumGothic"/>
                <a:ea typeface="NanumGothic"/>
                <a:cs typeface="NanumGothic"/>
              </a:defRPr>
            </a:lvl6pPr>
            <a:lvl7pPr>
              <a:defRPr sz="3000" b="1">
                <a:solidFill>
                  <a:srgbClr val="173D36"/>
                </a:solidFill>
                <a:latin typeface="NanumGothic"/>
                <a:ea typeface="NanumGothic"/>
                <a:cs typeface="NanumGothic"/>
              </a:defRPr>
            </a:lvl7pPr>
            <a:lvl8pPr>
              <a:defRPr sz="3000" b="1">
                <a:solidFill>
                  <a:srgbClr val="173D36"/>
                </a:solidFill>
                <a:latin typeface="NanumGothic"/>
                <a:ea typeface="NanumGothic"/>
                <a:cs typeface="NanumGothic"/>
              </a:defRPr>
            </a:lvl8pPr>
            <a:lvl9pPr>
              <a:defRPr sz="3000" b="1">
                <a:solidFill>
                  <a:srgbClr val="173D36"/>
                </a:solidFill>
                <a:latin typeface="NanumGothic"/>
                <a:ea typeface="NanumGothic"/>
                <a:cs typeface="NanumGothic"/>
              </a:defRPr>
            </a:lvl9pPr>
          </a:lstStyle>
          <a:p xmlns:a="http://schemas.openxmlformats.org/drawingml/2006/main">
            <a:pPr>
              <a:defRPr sz="3000" b="1">
                <a:solidFill>
                  <a:srgbClr val="173D36"/>
                </a:solidFill>
                <a:latin typeface="NanumGothic"/>
                <a:ea typeface="NanumGothic"/>
                <a:cs typeface="NanumGothic"/>
              </a:defRPr>
            </a:pPr>
            <a:r>
              <a:rPr sz="3000" b="1">
                <a:solidFill>
                  <a:srgbClr val="173D36"/>
                </a:solidFill>
                <a:latin typeface="NanumGothic"/>
                <a:ea typeface="NanumGothic"/>
                <a:cs typeface="NanumGothic"/>
              </a:rPr>
              <a:t>심화 질문 · 중복 기록 / 자료 충돌</a:t>
            </a:r>
          </a:p>
        </p:txBody>
      </p:sp>
      <p:sp>
        <p:nvSpPr>
          <p:cNvPr id="3" name="">
            <a:extLst xmlns:a="http://schemas.openxmlformats.org/drawingml/2006/main">
              <a:ext uri="{FF2B5EF4-FFF2-40B4-BE49-F238E27FC236}">
                <a16:creationId xmlns:a16="http://schemas.microsoft.com/office/drawing/2014/main" id="{E3B4A917-D6A0-4069-A0E3-0CE3F50AC649}"/>
              </a:ext>
            </a:extLst>
          </p:cNvPr>
          <p:cNvSpPr>
            <a:spLocks xmlns:a="http://schemas.openxmlformats.org/drawingml/2006/main" noGrp="1"/>
          </p:cNvSpPr>
          <p:nvPr/>
        </p:nvSpPr>
        <p:spPr>
          <a:xfrm xmlns:a="http://schemas.openxmlformats.org/drawingml/2006/main">
            <a:off x="609600" y="152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Q09  같은 약이 문서에 두 번 나오면 중복인가요?</a:t>
            </a:r>
          </a:p>
        </p:txBody>
      </p:sp>
      <p:sp>
        <p:nvSpPr>
          <p:cNvPr id="4" name="">
            <a:extLst xmlns:a="http://schemas.openxmlformats.org/drawingml/2006/main">
              <a:ext uri="{FF2B5EF4-FFF2-40B4-BE49-F238E27FC236}">
                <a16:creationId xmlns:a16="http://schemas.microsoft.com/office/drawing/2014/main" id="{A6D70B8E-685C-432A-AAD0-754B74F3AEA3}"/>
              </a:ext>
            </a:extLst>
          </p:cNvPr>
          <p:cNvSpPr>
            <a:spLocks xmlns:a="http://schemas.openxmlformats.org/drawingml/2006/main" noGrp="1"/>
          </p:cNvSpPr>
          <p:nvPr/>
        </p:nvSpPr>
        <p:spPr>
          <a:xfrm xmlns:a="http://schemas.openxmlformats.org/drawingml/2006/main">
            <a:off x="990600" y="2190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설계 검토안: 약을 받은 날짜·자료 출처·행 위치로 구분합니다.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같은 제품명만으로 중복 삭제나 투약량 합산을 확정하지 않습니다.</a:t>
            </a:r>
          </a:p>
        </p:txBody>
      </p:sp>
      <p:sp>
        <p:nvSpPr>
          <p:cNvPr id="5" name="">
            <a:extLst xmlns:a="http://schemas.openxmlformats.org/drawingml/2006/main">
              <a:ext uri="{FF2B5EF4-FFF2-40B4-BE49-F238E27FC236}">
                <a16:creationId xmlns:a16="http://schemas.microsoft.com/office/drawing/2014/main" id="{FB735643-BB68-460F-8CB0-67D7CD30D0FF}"/>
              </a:ext>
            </a:extLst>
          </p:cNvPr>
          <p:cNvSpPr>
            <a:spLocks xmlns:a="http://schemas.openxmlformats.org/drawingml/2006/main" noGrp="1"/>
          </p:cNvSpPr>
          <p:nvPr/>
        </p:nvSpPr>
        <p:spPr>
          <a:xfrm xmlns:a="http://schemas.openxmlformats.org/drawingml/2006/main">
            <a:off x="609600" y="3667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Q10  사진과 파일의 기록이 서로 다르면 무엇을 믿나요?</a:t>
            </a:r>
          </a:p>
        </p:txBody>
      </p:sp>
      <p:sp>
        <p:nvSpPr>
          <p:cNvPr id="6" name="">
            <a:extLst xmlns:a="http://schemas.openxmlformats.org/drawingml/2006/main">
              <a:ext uri="{FF2B5EF4-FFF2-40B4-BE49-F238E27FC236}">
                <a16:creationId xmlns:a16="http://schemas.microsoft.com/office/drawing/2014/main" id="{0D1E3BC7-76C7-4F59-98E0-DB69881C4A1A}"/>
              </a:ext>
            </a:extLst>
          </p:cNvPr>
          <p:cNvSpPr>
            <a:spLocks xmlns:a="http://schemas.openxmlformats.org/drawingml/2006/main" noGrp="1"/>
          </p:cNvSpPr>
          <p:nvPr/>
        </p:nvSpPr>
        <p:spPr>
          <a:xfrm xmlns:a="http://schemas.openxmlformats.org/drawingml/2006/main">
            <a:off x="990600" y="43338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설계 검토안: 자료별 날짜와 출처, 충돌한 값을 함께 보여 줍니다.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어느 한 자료를 자동 우선하는 정책은 별도 검증이 필요합니다.</a:t>
            </a:r>
          </a:p>
        </p:txBody>
      </p:sp>
      <p:sp>
        <p:nvSpPr>
          <p:cNvPr id="7" name="">
            <a:extLst xmlns:a="http://schemas.openxmlformats.org/drawingml/2006/main">
              <a:ext uri="{FF2B5EF4-FFF2-40B4-BE49-F238E27FC236}">
                <a16:creationId xmlns:a16="http://schemas.microsoft.com/office/drawing/2014/main" id="{79FF7CAE-0678-4AEF-A00B-5857989F0904}"/>
              </a:ext>
            </a:extLst>
          </p:cNvPr>
          <p:cNvSpPr>
            <a:spLocks xmlns:a="http://schemas.openxmlformats.org/drawingml/2006/main" noGrp="1"/>
          </p:cNvSpPr>
          <p:nvPr/>
        </p:nvSpPr>
        <p:spPr>
          <a:xfrm xmlns:a="http://schemas.openxmlformats.org/drawingml/2006/main">
            <a:off x="609600" y="6191250"/>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질의응답용 · ‘추가 시험안·설계안’은 앞으로 할 일입니다.</a:t>
            </a:r>
          </a:p>
        </p:txBody>
      </p:sp>
      <p:sp>
        <p:nvSpPr>
          <p:cNvPr id="8" name="">
            <a:extLst xmlns:a="http://schemas.openxmlformats.org/drawingml/2006/main">
              <a:ext uri="{FF2B5EF4-FFF2-40B4-BE49-F238E27FC236}">
                <a16:creationId xmlns:a16="http://schemas.microsoft.com/office/drawing/2014/main" id="{627B0EEE-9B18-4915-A9E5-1F5A1B3D3595}"/>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20</a:t>
            </a:r>
          </a:p>
        </p:txBody>
      </p:sp>
    </p:spTree>
    <p:extLst>
      <p:ext uri="{BB962C8B-B14F-4D97-AF65-F5344CB8AC3E}">
        <p14:creationId xmlns:p14="http://schemas.microsoft.com/office/powerpoint/2010/main" val="1189768161"/>
      </p:ext>
    </p:extLst>
  </p:cSld>
</p:sld>
</file>

<file path=ppt/slides/slide21.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97F8CFC-1969-43BF-A749-4E105DCC8B9D}"/>
              </a:ext>
            </a:extLst>
          </p:cNvPr>
          <p:cNvSpPr>
            <a:spLocks xmlns:a="http://schemas.openxmlformats.org/drawingml/2006/main" noGrp="1"/>
          </p:cNvSpPr>
          <p:nvPr/>
        </p:nvSpPr>
        <p:spPr>
          <a:xfrm xmlns:a="http://schemas.openxmlformats.org/drawingml/2006/main">
            <a:off x="609600" y="514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3D36"/>
                </a:solidFill>
                <a:latin typeface="NanumGothic"/>
                <a:ea typeface="NanumGothic"/>
                <a:cs typeface="NanumGothic"/>
              </a:defRPr>
            </a:defPPr>
            <a:lvl1pPr>
              <a:defRPr sz="3000" b="1">
                <a:solidFill>
                  <a:srgbClr val="173D36"/>
                </a:solidFill>
                <a:latin typeface="NanumGothic"/>
                <a:ea typeface="NanumGothic"/>
                <a:cs typeface="NanumGothic"/>
              </a:defRPr>
            </a:lvl1pPr>
            <a:lvl2pPr>
              <a:defRPr sz="3000" b="1">
                <a:solidFill>
                  <a:srgbClr val="173D36"/>
                </a:solidFill>
                <a:latin typeface="NanumGothic"/>
                <a:ea typeface="NanumGothic"/>
                <a:cs typeface="NanumGothic"/>
              </a:defRPr>
            </a:lvl2pPr>
            <a:lvl3pPr>
              <a:defRPr sz="3000" b="1">
                <a:solidFill>
                  <a:srgbClr val="173D36"/>
                </a:solidFill>
                <a:latin typeface="NanumGothic"/>
                <a:ea typeface="NanumGothic"/>
                <a:cs typeface="NanumGothic"/>
              </a:defRPr>
            </a:lvl3pPr>
            <a:lvl4pPr>
              <a:defRPr sz="3000" b="1">
                <a:solidFill>
                  <a:srgbClr val="173D36"/>
                </a:solidFill>
                <a:latin typeface="NanumGothic"/>
                <a:ea typeface="NanumGothic"/>
                <a:cs typeface="NanumGothic"/>
              </a:defRPr>
            </a:lvl4pPr>
            <a:lvl5pPr>
              <a:defRPr sz="3000" b="1">
                <a:solidFill>
                  <a:srgbClr val="173D36"/>
                </a:solidFill>
                <a:latin typeface="NanumGothic"/>
                <a:ea typeface="NanumGothic"/>
                <a:cs typeface="NanumGothic"/>
              </a:defRPr>
            </a:lvl5pPr>
            <a:lvl6pPr>
              <a:defRPr sz="3000" b="1">
                <a:solidFill>
                  <a:srgbClr val="173D36"/>
                </a:solidFill>
                <a:latin typeface="NanumGothic"/>
                <a:ea typeface="NanumGothic"/>
                <a:cs typeface="NanumGothic"/>
              </a:defRPr>
            </a:lvl6pPr>
            <a:lvl7pPr>
              <a:defRPr sz="3000" b="1">
                <a:solidFill>
                  <a:srgbClr val="173D36"/>
                </a:solidFill>
                <a:latin typeface="NanumGothic"/>
                <a:ea typeface="NanumGothic"/>
                <a:cs typeface="NanumGothic"/>
              </a:defRPr>
            </a:lvl7pPr>
            <a:lvl8pPr>
              <a:defRPr sz="3000" b="1">
                <a:solidFill>
                  <a:srgbClr val="173D36"/>
                </a:solidFill>
                <a:latin typeface="NanumGothic"/>
                <a:ea typeface="NanumGothic"/>
                <a:cs typeface="NanumGothic"/>
              </a:defRPr>
            </a:lvl8pPr>
            <a:lvl9pPr>
              <a:defRPr sz="3000" b="1">
                <a:solidFill>
                  <a:srgbClr val="173D36"/>
                </a:solidFill>
                <a:latin typeface="NanumGothic"/>
                <a:ea typeface="NanumGothic"/>
                <a:cs typeface="NanumGothic"/>
              </a:defRPr>
            </a:lvl9pPr>
          </a:lstStyle>
          <a:p xmlns:a="http://schemas.openxmlformats.org/drawingml/2006/main">
            <a:pPr>
              <a:defRPr sz="3000" b="1">
                <a:solidFill>
                  <a:srgbClr val="173D36"/>
                </a:solidFill>
                <a:latin typeface="NanumGothic"/>
                <a:ea typeface="NanumGothic"/>
                <a:cs typeface="NanumGothic"/>
              </a:defRPr>
            </a:pPr>
            <a:r>
              <a:rPr sz="3000" b="1">
                <a:solidFill>
                  <a:srgbClr val="173D36"/>
                </a:solidFill>
                <a:latin typeface="NanumGothic"/>
                <a:ea typeface="NanumGothic"/>
                <a:cs typeface="NanumGothic"/>
              </a:rPr>
              <a:t>심화 질문 · 수정의 영향 / 동시 수정</a:t>
            </a:r>
          </a:p>
        </p:txBody>
      </p:sp>
      <p:sp>
        <p:nvSpPr>
          <p:cNvPr id="3" name="">
            <a:extLst xmlns:a="http://schemas.openxmlformats.org/drawingml/2006/main">
              <a:ext uri="{FF2B5EF4-FFF2-40B4-BE49-F238E27FC236}">
                <a16:creationId xmlns:a16="http://schemas.microsoft.com/office/drawing/2014/main" id="{6E701E92-5255-4213-8B8C-5B887DCE3780}"/>
              </a:ext>
            </a:extLst>
          </p:cNvPr>
          <p:cNvSpPr>
            <a:spLocks xmlns:a="http://schemas.openxmlformats.org/drawingml/2006/main" noGrp="1"/>
          </p:cNvSpPr>
          <p:nvPr/>
        </p:nvSpPr>
        <p:spPr>
          <a:xfrm xmlns:a="http://schemas.openxmlformats.org/drawingml/2006/main">
            <a:off x="609600" y="152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Q11  추출값을 고치면 기존 저장 결과도 바뀌나요?</a:t>
            </a:r>
          </a:p>
        </p:txBody>
      </p:sp>
      <p:sp>
        <p:nvSpPr>
          <p:cNvPr id="4" name="">
            <a:extLst xmlns:a="http://schemas.openxmlformats.org/drawingml/2006/main">
              <a:ext uri="{FF2B5EF4-FFF2-40B4-BE49-F238E27FC236}">
                <a16:creationId xmlns:a16="http://schemas.microsoft.com/office/drawing/2014/main" id="{A01D98B2-71F4-4AF8-B34A-B0F83D62F59F}"/>
              </a:ext>
            </a:extLst>
          </p:cNvPr>
          <p:cNvSpPr>
            <a:spLocks xmlns:a="http://schemas.openxmlformats.org/drawingml/2006/main" noGrp="1"/>
          </p:cNvSpPr>
          <p:nvPr/>
        </p:nvSpPr>
        <p:spPr>
          <a:xfrm xmlns:a="http://schemas.openxmlformats.org/drawingml/2006/main">
            <a:off x="990600" y="2190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기존 화면 검증에서는 내용 수정 시 비교·복용 선택을 초기화하고,</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저장 기록은 유지했습니다. 상세 버전 이력은 추가 점검 대상입니다.</a:t>
            </a:r>
          </a:p>
        </p:txBody>
      </p:sp>
      <p:sp>
        <p:nvSpPr>
          <p:cNvPr id="5" name="">
            <a:extLst xmlns:a="http://schemas.openxmlformats.org/drawingml/2006/main">
              <a:ext uri="{FF2B5EF4-FFF2-40B4-BE49-F238E27FC236}">
                <a16:creationId xmlns:a16="http://schemas.microsoft.com/office/drawing/2014/main" id="{EAEF7A7F-3818-4392-ACEA-A35669AEB82C}"/>
              </a:ext>
            </a:extLst>
          </p:cNvPr>
          <p:cNvSpPr>
            <a:spLocks xmlns:a="http://schemas.openxmlformats.org/drawingml/2006/main" noGrp="1"/>
          </p:cNvSpPr>
          <p:nvPr/>
        </p:nvSpPr>
        <p:spPr>
          <a:xfrm xmlns:a="http://schemas.openxmlformats.org/drawingml/2006/main">
            <a:off x="609600" y="3667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Q12  가족 두 명이 같은 기록을 동시에 고치면요?</a:t>
            </a:r>
          </a:p>
        </p:txBody>
      </p:sp>
      <p:sp>
        <p:nvSpPr>
          <p:cNvPr id="6" name="">
            <a:extLst xmlns:a="http://schemas.openxmlformats.org/drawingml/2006/main">
              <a:ext uri="{FF2B5EF4-FFF2-40B4-BE49-F238E27FC236}">
                <a16:creationId xmlns:a16="http://schemas.microsoft.com/office/drawing/2014/main" id="{6C73C7C0-9B67-4015-8CBF-50340974F39C}"/>
              </a:ext>
            </a:extLst>
          </p:cNvPr>
          <p:cNvSpPr>
            <a:spLocks xmlns:a="http://schemas.openxmlformats.org/drawingml/2006/main" noGrp="1"/>
          </p:cNvSpPr>
          <p:nvPr/>
        </p:nvSpPr>
        <p:spPr>
          <a:xfrm xmlns:a="http://schemas.openxmlformats.org/drawingml/2006/main">
            <a:off x="990600" y="43338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운영 설계안: 저장 버전이 달라졌는지 확인하고 충돌을 알립니다.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이 동시 편집 정책의 구현·검증 완료는 확인되지 않았습니다.</a:t>
            </a:r>
          </a:p>
        </p:txBody>
      </p:sp>
      <p:sp>
        <p:nvSpPr>
          <p:cNvPr id="7" name="">
            <a:extLst xmlns:a="http://schemas.openxmlformats.org/drawingml/2006/main">
              <a:ext uri="{FF2B5EF4-FFF2-40B4-BE49-F238E27FC236}">
                <a16:creationId xmlns:a16="http://schemas.microsoft.com/office/drawing/2014/main" id="{8567A987-FE43-4313-B9F8-557E105DD3FE}"/>
              </a:ext>
            </a:extLst>
          </p:cNvPr>
          <p:cNvSpPr>
            <a:spLocks xmlns:a="http://schemas.openxmlformats.org/drawingml/2006/main" noGrp="1"/>
          </p:cNvSpPr>
          <p:nvPr/>
        </p:nvSpPr>
        <p:spPr>
          <a:xfrm xmlns:a="http://schemas.openxmlformats.org/drawingml/2006/main">
            <a:off x="609600" y="6191250"/>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질의응답용 · ‘추가 시험안·설계안’은 앞으로 할 일입니다.</a:t>
            </a:r>
          </a:p>
        </p:txBody>
      </p:sp>
      <p:sp>
        <p:nvSpPr>
          <p:cNvPr id="8" name="">
            <a:extLst xmlns:a="http://schemas.openxmlformats.org/drawingml/2006/main">
              <a:ext uri="{FF2B5EF4-FFF2-40B4-BE49-F238E27FC236}">
                <a16:creationId xmlns:a16="http://schemas.microsoft.com/office/drawing/2014/main" id="{F7ACD985-6283-4D59-BAF3-351B8D0FDA2D}"/>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21</a:t>
            </a:r>
          </a:p>
        </p:txBody>
      </p:sp>
    </p:spTree>
    <p:extLst>
      <p:ext uri="{BB962C8B-B14F-4D97-AF65-F5344CB8AC3E}">
        <p14:creationId xmlns:p14="http://schemas.microsoft.com/office/powerpoint/2010/main" val="281471987"/>
      </p:ext>
    </p:extLst>
  </p:cSld>
</p:sld>
</file>

<file path=ppt/slides/slide22.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23D5DDB-5DB4-4C65-B21A-ED8F8F7E42C7}"/>
              </a:ext>
            </a:extLst>
          </p:cNvPr>
          <p:cNvSpPr>
            <a:spLocks xmlns:a="http://schemas.openxmlformats.org/drawingml/2006/main" noGrp="1"/>
          </p:cNvSpPr>
          <p:nvPr/>
        </p:nvSpPr>
        <p:spPr>
          <a:xfrm xmlns:a="http://schemas.openxmlformats.org/drawingml/2006/main">
            <a:off x="609600" y="514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3D36"/>
                </a:solidFill>
                <a:latin typeface="NanumGothic"/>
                <a:ea typeface="NanumGothic"/>
                <a:cs typeface="NanumGothic"/>
              </a:defRPr>
            </a:defPPr>
            <a:lvl1pPr>
              <a:defRPr sz="3000" b="1">
                <a:solidFill>
                  <a:srgbClr val="173D36"/>
                </a:solidFill>
                <a:latin typeface="NanumGothic"/>
                <a:ea typeface="NanumGothic"/>
                <a:cs typeface="NanumGothic"/>
              </a:defRPr>
            </a:lvl1pPr>
            <a:lvl2pPr>
              <a:defRPr sz="3000" b="1">
                <a:solidFill>
                  <a:srgbClr val="173D36"/>
                </a:solidFill>
                <a:latin typeface="NanumGothic"/>
                <a:ea typeface="NanumGothic"/>
                <a:cs typeface="NanumGothic"/>
              </a:defRPr>
            </a:lvl2pPr>
            <a:lvl3pPr>
              <a:defRPr sz="3000" b="1">
                <a:solidFill>
                  <a:srgbClr val="173D36"/>
                </a:solidFill>
                <a:latin typeface="NanumGothic"/>
                <a:ea typeface="NanumGothic"/>
                <a:cs typeface="NanumGothic"/>
              </a:defRPr>
            </a:lvl3pPr>
            <a:lvl4pPr>
              <a:defRPr sz="3000" b="1">
                <a:solidFill>
                  <a:srgbClr val="173D36"/>
                </a:solidFill>
                <a:latin typeface="NanumGothic"/>
                <a:ea typeface="NanumGothic"/>
                <a:cs typeface="NanumGothic"/>
              </a:defRPr>
            </a:lvl4pPr>
            <a:lvl5pPr>
              <a:defRPr sz="3000" b="1">
                <a:solidFill>
                  <a:srgbClr val="173D36"/>
                </a:solidFill>
                <a:latin typeface="NanumGothic"/>
                <a:ea typeface="NanumGothic"/>
                <a:cs typeface="NanumGothic"/>
              </a:defRPr>
            </a:lvl5pPr>
            <a:lvl6pPr>
              <a:defRPr sz="3000" b="1">
                <a:solidFill>
                  <a:srgbClr val="173D36"/>
                </a:solidFill>
                <a:latin typeface="NanumGothic"/>
                <a:ea typeface="NanumGothic"/>
                <a:cs typeface="NanumGothic"/>
              </a:defRPr>
            </a:lvl6pPr>
            <a:lvl7pPr>
              <a:defRPr sz="3000" b="1">
                <a:solidFill>
                  <a:srgbClr val="173D36"/>
                </a:solidFill>
                <a:latin typeface="NanumGothic"/>
                <a:ea typeface="NanumGothic"/>
                <a:cs typeface="NanumGothic"/>
              </a:defRPr>
            </a:lvl7pPr>
            <a:lvl8pPr>
              <a:defRPr sz="3000" b="1">
                <a:solidFill>
                  <a:srgbClr val="173D36"/>
                </a:solidFill>
                <a:latin typeface="NanumGothic"/>
                <a:ea typeface="NanumGothic"/>
                <a:cs typeface="NanumGothic"/>
              </a:defRPr>
            </a:lvl8pPr>
            <a:lvl9pPr>
              <a:defRPr sz="3000" b="1">
                <a:solidFill>
                  <a:srgbClr val="173D36"/>
                </a:solidFill>
                <a:latin typeface="NanumGothic"/>
                <a:ea typeface="NanumGothic"/>
                <a:cs typeface="NanumGothic"/>
              </a:defRPr>
            </a:lvl9pPr>
          </a:lstStyle>
          <a:p xmlns:a="http://schemas.openxmlformats.org/drawingml/2006/main">
            <a:pPr>
              <a:defRPr sz="3000" b="1">
                <a:solidFill>
                  <a:srgbClr val="173D36"/>
                </a:solidFill>
                <a:latin typeface="NanumGothic"/>
                <a:ea typeface="NanumGothic"/>
                <a:cs typeface="NanumGothic"/>
              </a:defRPr>
            </a:pPr>
            <a:r>
              <a:rPr sz="3000" b="1">
                <a:solidFill>
                  <a:srgbClr val="173D36"/>
                </a:solidFill>
                <a:latin typeface="NanumGothic"/>
                <a:ea typeface="NanumGothic"/>
                <a:cs typeface="NanumGothic"/>
              </a:rPr>
              <a:t>심화 질문 · 모델 변경 / 저장 응답</a:t>
            </a:r>
          </a:p>
        </p:txBody>
      </p:sp>
      <p:sp>
        <p:nvSpPr>
          <p:cNvPr id="3" name="">
            <a:extLst xmlns:a="http://schemas.openxmlformats.org/drawingml/2006/main">
              <a:ext uri="{FF2B5EF4-FFF2-40B4-BE49-F238E27FC236}">
                <a16:creationId xmlns:a16="http://schemas.microsoft.com/office/drawing/2014/main" id="{8505252A-B834-45D9-8426-4384393BEB4D}"/>
              </a:ext>
            </a:extLst>
          </p:cNvPr>
          <p:cNvSpPr>
            <a:spLocks xmlns:a="http://schemas.openxmlformats.org/drawingml/2006/main" noGrp="1"/>
          </p:cNvSpPr>
          <p:nvPr/>
        </p:nvSpPr>
        <p:spPr>
          <a:xfrm xmlns:a="http://schemas.openxmlformats.org/drawingml/2006/main">
            <a:off x="609600" y="152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Q13  Gemini 모델이 바뀌면 결과를 재현할 수 있나요?</a:t>
            </a:r>
          </a:p>
        </p:txBody>
      </p:sp>
      <p:sp>
        <p:nvSpPr>
          <p:cNvPr id="4" name="">
            <a:extLst xmlns:a="http://schemas.openxmlformats.org/drawingml/2006/main">
              <a:ext uri="{FF2B5EF4-FFF2-40B4-BE49-F238E27FC236}">
                <a16:creationId xmlns:a16="http://schemas.microsoft.com/office/drawing/2014/main" id="{5E5BBA39-B0D1-4B9D-B27C-12816E93B2B6}"/>
              </a:ext>
            </a:extLst>
          </p:cNvPr>
          <p:cNvSpPr>
            <a:spLocks xmlns:a="http://schemas.openxmlformats.org/drawingml/2006/main" noGrp="1"/>
          </p:cNvSpPr>
          <p:nvPr/>
        </p:nvSpPr>
        <p:spPr>
          <a:xfrm xmlns:a="http://schemas.openxmlformats.org/drawingml/2006/main">
            <a:off x="990600" y="2190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추가 시험안: AI 모델·설정·자료를 같게 두고 기준 결과를 남깁니다.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모델 변경 때 같은 평가셋으로 추출값 차이를 다시 확인합니다.</a:t>
            </a:r>
          </a:p>
        </p:txBody>
      </p:sp>
      <p:sp>
        <p:nvSpPr>
          <p:cNvPr id="5" name="">
            <a:extLst xmlns:a="http://schemas.openxmlformats.org/drawingml/2006/main">
              <a:ext uri="{FF2B5EF4-FFF2-40B4-BE49-F238E27FC236}">
                <a16:creationId xmlns:a16="http://schemas.microsoft.com/office/drawing/2014/main" id="{19F7BEA8-93F4-47BE-9BD5-74A318D11B17}"/>
              </a:ext>
            </a:extLst>
          </p:cNvPr>
          <p:cNvSpPr>
            <a:spLocks xmlns:a="http://schemas.openxmlformats.org/drawingml/2006/main" noGrp="1"/>
          </p:cNvSpPr>
          <p:nvPr/>
        </p:nvSpPr>
        <p:spPr>
          <a:xfrm xmlns:a="http://schemas.openxmlformats.org/drawingml/2006/main">
            <a:off x="609600" y="3667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Q14  저장 버튼을 눌렀는데 응답이 끊기면요?</a:t>
            </a:r>
          </a:p>
        </p:txBody>
      </p:sp>
      <p:sp>
        <p:nvSpPr>
          <p:cNvPr id="6" name="">
            <a:extLst xmlns:a="http://schemas.openxmlformats.org/drawingml/2006/main">
              <a:ext uri="{FF2B5EF4-FFF2-40B4-BE49-F238E27FC236}">
                <a16:creationId xmlns:a16="http://schemas.microsoft.com/office/drawing/2014/main" id="{DBB6B636-606D-4E27-BD66-0DA7A0919B01}"/>
              </a:ext>
            </a:extLst>
          </p:cNvPr>
          <p:cNvSpPr>
            <a:spLocks xmlns:a="http://schemas.openxmlformats.org/drawingml/2006/main" noGrp="1"/>
          </p:cNvSpPr>
          <p:nvPr/>
        </p:nvSpPr>
        <p:spPr>
          <a:xfrm xmlns:a="http://schemas.openxmlformats.org/drawingml/2006/main">
            <a:off x="990600" y="43338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기존 UI 개선에서는 불명확한 저장을 바로 재전송하지 않고,</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조회로 저장 여부를 확인하도록 구분했습니다.</a:t>
            </a:r>
          </a:p>
        </p:txBody>
      </p:sp>
      <p:sp>
        <p:nvSpPr>
          <p:cNvPr id="7" name="">
            <a:extLst xmlns:a="http://schemas.openxmlformats.org/drawingml/2006/main">
              <a:ext uri="{FF2B5EF4-FFF2-40B4-BE49-F238E27FC236}">
                <a16:creationId xmlns:a16="http://schemas.microsoft.com/office/drawing/2014/main" id="{3D175CB5-72B2-437E-9ED7-930F178747D2}"/>
              </a:ext>
            </a:extLst>
          </p:cNvPr>
          <p:cNvSpPr>
            <a:spLocks xmlns:a="http://schemas.openxmlformats.org/drawingml/2006/main" noGrp="1"/>
          </p:cNvSpPr>
          <p:nvPr/>
        </p:nvSpPr>
        <p:spPr>
          <a:xfrm xmlns:a="http://schemas.openxmlformats.org/drawingml/2006/main">
            <a:off x="609600" y="6191250"/>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질의응답용 · ‘추가 시험안·설계안’은 앞으로 할 일입니다.</a:t>
            </a:r>
          </a:p>
        </p:txBody>
      </p:sp>
      <p:sp>
        <p:nvSpPr>
          <p:cNvPr id="8" name="">
            <a:extLst xmlns:a="http://schemas.openxmlformats.org/drawingml/2006/main">
              <a:ext uri="{FF2B5EF4-FFF2-40B4-BE49-F238E27FC236}">
                <a16:creationId xmlns:a16="http://schemas.microsoft.com/office/drawing/2014/main" id="{1E6F1A6D-9E50-4BCF-B2AE-272A0CE1D214}"/>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22</a:t>
            </a:r>
          </a:p>
        </p:txBody>
      </p:sp>
    </p:spTree>
    <p:extLst>
      <p:ext uri="{BB962C8B-B14F-4D97-AF65-F5344CB8AC3E}">
        <p14:creationId xmlns:p14="http://schemas.microsoft.com/office/powerpoint/2010/main" val="976730071"/>
      </p:ext>
    </p:extLst>
  </p:cSld>
</p:sld>
</file>

<file path=ppt/slides/slide23.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706B54B-5CDA-4E5B-AD1F-90A5604EA760}"/>
              </a:ext>
            </a:extLst>
          </p:cNvPr>
          <p:cNvSpPr>
            <a:spLocks xmlns:a="http://schemas.openxmlformats.org/drawingml/2006/main" noGrp="1"/>
          </p:cNvSpPr>
          <p:nvPr/>
        </p:nvSpPr>
        <p:spPr>
          <a:xfrm xmlns:a="http://schemas.openxmlformats.org/drawingml/2006/main">
            <a:off x="609600" y="514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3D36"/>
                </a:solidFill>
                <a:latin typeface="NanumGothic"/>
                <a:ea typeface="NanumGothic"/>
                <a:cs typeface="NanumGothic"/>
              </a:defRPr>
            </a:defPPr>
            <a:lvl1pPr>
              <a:defRPr sz="3000" b="1">
                <a:solidFill>
                  <a:srgbClr val="173D36"/>
                </a:solidFill>
                <a:latin typeface="NanumGothic"/>
                <a:ea typeface="NanumGothic"/>
                <a:cs typeface="NanumGothic"/>
              </a:defRPr>
            </a:lvl1pPr>
            <a:lvl2pPr>
              <a:defRPr sz="3000" b="1">
                <a:solidFill>
                  <a:srgbClr val="173D36"/>
                </a:solidFill>
                <a:latin typeface="NanumGothic"/>
                <a:ea typeface="NanumGothic"/>
                <a:cs typeface="NanumGothic"/>
              </a:defRPr>
            </a:lvl2pPr>
            <a:lvl3pPr>
              <a:defRPr sz="3000" b="1">
                <a:solidFill>
                  <a:srgbClr val="173D36"/>
                </a:solidFill>
                <a:latin typeface="NanumGothic"/>
                <a:ea typeface="NanumGothic"/>
                <a:cs typeface="NanumGothic"/>
              </a:defRPr>
            </a:lvl3pPr>
            <a:lvl4pPr>
              <a:defRPr sz="3000" b="1">
                <a:solidFill>
                  <a:srgbClr val="173D36"/>
                </a:solidFill>
                <a:latin typeface="NanumGothic"/>
                <a:ea typeface="NanumGothic"/>
                <a:cs typeface="NanumGothic"/>
              </a:defRPr>
            </a:lvl4pPr>
            <a:lvl5pPr>
              <a:defRPr sz="3000" b="1">
                <a:solidFill>
                  <a:srgbClr val="173D36"/>
                </a:solidFill>
                <a:latin typeface="NanumGothic"/>
                <a:ea typeface="NanumGothic"/>
                <a:cs typeface="NanumGothic"/>
              </a:defRPr>
            </a:lvl5pPr>
            <a:lvl6pPr>
              <a:defRPr sz="3000" b="1">
                <a:solidFill>
                  <a:srgbClr val="173D36"/>
                </a:solidFill>
                <a:latin typeface="NanumGothic"/>
                <a:ea typeface="NanumGothic"/>
                <a:cs typeface="NanumGothic"/>
              </a:defRPr>
            </a:lvl6pPr>
            <a:lvl7pPr>
              <a:defRPr sz="3000" b="1">
                <a:solidFill>
                  <a:srgbClr val="173D36"/>
                </a:solidFill>
                <a:latin typeface="NanumGothic"/>
                <a:ea typeface="NanumGothic"/>
                <a:cs typeface="NanumGothic"/>
              </a:defRPr>
            </a:lvl7pPr>
            <a:lvl8pPr>
              <a:defRPr sz="3000" b="1">
                <a:solidFill>
                  <a:srgbClr val="173D36"/>
                </a:solidFill>
                <a:latin typeface="NanumGothic"/>
                <a:ea typeface="NanumGothic"/>
                <a:cs typeface="NanumGothic"/>
              </a:defRPr>
            </a:lvl8pPr>
            <a:lvl9pPr>
              <a:defRPr sz="3000" b="1">
                <a:solidFill>
                  <a:srgbClr val="173D36"/>
                </a:solidFill>
                <a:latin typeface="NanumGothic"/>
                <a:ea typeface="NanumGothic"/>
                <a:cs typeface="NanumGothic"/>
              </a:defRPr>
            </a:lvl9pPr>
          </a:lstStyle>
          <a:p xmlns:a="http://schemas.openxmlformats.org/drawingml/2006/main">
            <a:pPr>
              <a:defRPr sz="3000" b="1">
                <a:solidFill>
                  <a:srgbClr val="173D36"/>
                </a:solidFill>
                <a:latin typeface="NanumGothic"/>
                <a:ea typeface="NanumGothic"/>
                <a:cs typeface="NanumGothic"/>
              </a:defRPr>
            </a:pPr>
            <a:r>
              <a:rPr sz="3000" b="1">
                <a:solidFill>
                  <a:srgbClr val="173D36"/>
                </a:solidFill>
                <a:latin typeface="NanumGothic"/>
                <a:ea typeface="NanumGothic"/>
                <a:cs typeface="NanumGothic"/>
              </a:rPr>
              <a:t>심화 질문 · 서버 재시작 / 다른 가족의 정보</a:t>
            </a:r>
          </a:p>
        </p:txBody>
      </p:sp>
      <p:sp>
        <p:nvSpPr>
          <p:cNvPr id="3" name="">
            <a:extLst xmlns:a="http://schemas.openxmlformats.org/drawingml/2006/main">
              <a:ext uri="{FF2B5EF4-FFF2-40B4-BE49-F238E27FC236}">
                <a16:creationId xmlns:a16="http://schemas.microsoft.com/office/drawing/2014/main" id="{FC1B7531-F8C6-49A1-96AB-8C967B2E364D}"/>
              </a:ext>
            </a:extLst>
          </p:cNvPr>
          <p:cNvSpPr>
            <a:spLocks xmlns:a="http://schemas.openxmlformats.org/drawingml/2006/main" noGrp="1"/>
          </p:cNvSpPr>
          <p:nvPr/>
        </p:nvSpPr>
        <p:spPr>
          <a:xfrm xmlns:a="http://schemas.openxmlformats.org/drawingml/2006/main">
            <a:off x="609600" y="152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Q15  서버를 재시작하면 Gemini 호출 한도가 초기화되나요?</a:t>
            </a:r>
          </a:p>
        </p:txBody>
      </p:sp>
      <p:sp>
        <p:nvSpPr>
          <p:cNvPr id="4" name="">
            <a:extLst xmlns:a="http://schemas.openxmlformats.org/drawingml/2006/main">
              <a:ext uri="{FF2B5EF4-FFF2-40B4-BE49-F238E27FC236}">
                <a16:creationId xmlns:a16="http://schemas.microsoft.com/office/drawing/2014/main" id="{7961E84A-B9B9-4301-AB60-3EF2F30DCC06}"/>
              </a:ext>
            </a:extLst>
          </p:cNvPr>
          <p:cNvSpPr>
            <a:spLocks xmlns:a="http://schemas.openxmlformats.org/drawingml/2006/main" noGrp="1"/>
          </p:cNvSpPr>
          <p:nvPr/>
        </p:nvSpPr>
        <p:spPr>
          <a:xfrm xmlns:a="http://schemas.openxmlformats.org/drawingml/2006/main">
            <a:off x="990600" y="2190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제한된 합성 시험에서는 DB에 이미 사용한 호출 횟수를 기록했습니다.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재시작 후 재호출 차단을 검사했으며, 이 보호의 적용 범위는 제한적입니다.</a:t>
            </a:r>
          </a:p>
        </p:txBody>
      </p:sp>
      <p:sp>
        <p:nvSpPr>
          <p:cNvPr id="5" name="">
            <a:extLst xmlns:a="http://schemas.openxmlformats.org/drawingml/2006/main">
              <a:ext uri="{FF2B5EF4-FFF2-40B4-BE49-F238E27FC236}">
                <a16:creationId xmlns:a16="http://schemas.microsoft.com/office/drawing/2014/main" id="{AC81AB42-CCB5-4E1B-976F-E3790E1694EA}"/>
              </a:ext>
            </a:extLst>
          </p:cNvPr>
          <p:cNvSpPr>
            <a:spLocks xmlns:a="http://schemas.openxmlformats.org/drawingml/2006/main" noGrp="1"/>
          </p:cNvSpPr>
          <p:nvPr/>
        </p:nvSpPr>
        <p:spPr>
          <a:xfrm xmlns:a="http://schemas.openxmlformats.org/drawingml/2006/main">
            <a:off x="609600" y="3667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Q16  요청의 가족 ID만 바꾸면 다른 기록을 볼 수 있나요?</a:t>
            </a:r>
          </a:p>
        </p:txBody>
      </p:sp>
      <p:sp>
        <p:nvSpPr>
          <p:cNvPr id="6" name="">
            <a:extLst xmlns:a="http://schemas.openxmlformats.org/drawingml/2006/main">
              <a:ext uri="{FF2B5EF4-FFF2-40B4-BE49-F238E27FC236}">
                <a16:creationId xmlns:a16="http://schemas.microsoft.com/office/drawing/2014/main" id="{75B190D6-5E51-420E-957E-83E62DBE19E4}"/>
              </a:ext>
            </a:extLst>
          </p:cNvPr>
          <p:cNvSpPr>
            <a:spLocks xmlns:a="http://schemas.openxmlformats.org/drawingml/2006/main" noGrp="1"/>
          </p:cNvSpPr>
          <p:nvPr/>
        </p:nvSpPr>
        <p:spPr>
          <a:xfrm xmlns:a="http://schemas.openxmlformats.org/drawingml/2006/main">
            <a:off x="990600" y="43338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기존 검사에서 계정·가족 권한과 타인 접근 차단을 확인했습니다.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운영 인증 체계에서도 같은 경계를 다시 검증해야 합니다.</a:t>
            </a:r>
          </a:p>
        </p:txBody>
      </p:sp>
      <p:sp>
        <p:nvSpPr>
          <p:cNvPr id="7" name="">
            <a:extLst xmlns:a="http://schemas.openxmlformats.org/drawingml/2006/main">
              <a:ext uri="{FF2B5EF4-FFF2-40B4-BE49-F238E27FC236}">
                <a16:creationId xmlns:a16="http://schemas.microsoft.com/office/drawing/2014/main" id="{A4B1D155-8F2B-4708-B5E1-4E8064ACC489}"/>
              </a:ext>
            </a:extLst>
          </p:cNvPr>
          <p:cNvSpPr>
            <a:spLocks xmlns:a="http://schemas.openxmlformats.org/drawingml/2006/main" noGrp="1"/>
          </p:cNvSpPr>
          <p:nvPr/>
        </p:nvSpPr>
        <p:spPr>
          <a:xfrm xmlns:a="http://schemas.openxmlformats.org/drawingml/2006/main">
            <a:off x="609600" y="6191250"/>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질의응답용 · ‘추가 시험안·설계안’은 앞으로 할 일입니다.</a:t>
            </a:r>
          </a:p>
        </p:txBody>
      </p:sp>
      <p:sp>
        <p:nvSpPr>
          <p:cNvPr id="8" name="">
            <a:extLst xmlns:a="http://schemas.openxmlformats.org/drawingml/2006/main">
              <a:ext uri="{FF2B5EF4-FFF2-40B4-BE49-F238E27FC236}">
                <a16:creationId xmlns:a16="http://schemas.microsoft.com/office/drawing/2014/main" id="{97BDAB28-8E02-439C-B295-F8AE10637564}"/>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23</a:t>
            </a:r>
          </a:p>
        </p:txBody>
      </p:sp>
    </p:spTree>
    <p:extLst>
      <p:ext uri="{BB962C8B-B14F-4D97-AF65-F5344CB8AC3E}">
        <p14:creationId xmlns:p14="http://schemas.microsoft.com/office/powerpoint/2010/main" val="295219830"/>
      </p:ext>
    </p:extLst>
  </p:cSld>
</p:sld>
</file>

<file path=ppt/slides/slide24.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0B2113F-09F7-445A-A2E2-A0156F3039FC}"/>
              </a:ext>
            </a:extLst>
          </p:cNvPr>
          <p:cNvSpPr>
            <a:spLocks xmlns:a="http://schemas.openxmlformats.org/drawingml/2006/main" noGrp="1"/>
          </p:cNvSpPr>
          <p:nvPr/>
        </p:nvSpPr>
        <p:spPr>
          <a:xfrm xmlns:a="http://schemas.openxmlformats.org/drawingml/2006/main">
            <a:off x="609600" y="514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3D36"/>
                </a:solidFill>
                <a:latin typeface="NanumGothic"/>
                <a:ea typeface="NanumGothic"/>
                <a:cs typeface="NanumGothic"/>
              </a:defRPr>
            </a:defPPr>
            <a:lvl1pPr>
              <a:defRPr sz="3000" b="1">
                <a:solidFill>
                  <a:srgbClr val="173D36"/>
                </a:solidFill>
                <a:latin typeface="NanumGothic"/>
                <a:ea typeface="NanumGothic"/>
                <a:cs typeface="NanumGothic"/>
              </a:defRPr>
            </a:lvl1pPr>
            <a:lvl2pPr>
              <a:defRPr sz="3000" b="1">
                <a:solidFill>
                  <a:srgbClr val="173D36"/>
                </a:solidFill>
                <a:latin typeface="NanumGothic"/>
                <a:ea typeface="NanumGothic"/>
                <a:cs typeface="NanumGothic"/>
              </a:defRPr>
            </a:lvl2pPr>
            <a:lvl3pPr>
              <a:defRPr sz="3000" b="1">
                <a:solidFill>
                  <a:srgbClr val="173D36"/>
                </a:solidFill>
                <a:latin typeface="NanumGothic"/>
                <a:ea typeface="NanumGothic"/>
                <a:cs typeface="NanumGothic"/>
              </a:defRPr>
            </a:lvl3pPr>
            <a:lvl4pPr>
              <a:defRPr sz="3000" b="1">
                <a:solidFill>
                  <a:srgbClr val="173D36"/>
                </a:solidFill>
                <a:latin typeface="NanumGothic"/>
                <a:ea typeface="NanumGothic"/>
                <a:cs typeface="NanumGothic"/>
              </a:defRPr>
            </a:lvl4pPr>
            <a:lvl5pPr>
              <a:defRPr sz="3000" b="1">
                <a:solidFill>
                  <a:srgbClr val="173D36"/>
                </a:solidFill>
                <a:latin typeface="NanumGothic"/>
                <a:ea typeface="NanumGothic"/>
                <a:cs typeface="NanumGothic"/>
              </a:defRPr>
            </a:lvl5pPr>
            <a:lvl6pPr>
              <a:defRPr sz="3000" b="1">
                <a:solidFill>
                  <a:srgbClr val="173D36"/>
                </a:solidFill>
                <a:latin typeface="NanumGothic"/>
                <a:ea typeface="NanumGothic"/>
                <a:cs typeface="NanumGothic"/>
              </a:defRPr>
            </a:lvl6pPr>
            <a:lvl7pPr>
              <a:defRPr sz="3000" b="1">
                <a:solidFill>
                  <a:srgbClr val="173D36"/>
                </a:solidFill>
                <a:latin typeface="NanumGothic"/>
                <a:ea typeface="NanumGothic"/>
                <a:cs typeface="NanumGothic"/>
              </a:defRPr>
            </a:lvl7pPr>
            <a:lvl8pPr>
              <a:defRPr sz="3000" b="1">
                <a:solidFill>
                  <a:srgbClr val="173D36"/>
                </a:solidFill>
                <a:latin typeface="NanumGothic"/>
                <a:ea typeface="NanumGothic"/>
                <a:cs typeface="NanumGothic"/>
              </a:defRPr>
            </a:lvl8pPr>
            <a:lvl9pPr>
              <a:defRPr sz="3000" b="1">
                <a:solidFill>
                  <a:srgbClr val="173D36"/>
                </a:solidFill>
                <a:latin typeface="NanumGothic"/>
                <a:ea typeface="NanumGothic"/>
                <a:cs typeface="NanumGothic"/>
              </a:defRPr>
            </a:lvl9pPr>
          </a:lstStyle>
          <a:p xmlns:a="http://schemas.openxmlformats.org/drawingml/2006/main">
            <a:pPr>
              <a:defRPr sz="3000" b="1">
                <a:solidFill>
                  <a:srgbClr val="173D36"/>
                </a:solidFill>
                <a:latin typeface="NanumGothic"/>
                <a:ea typeface="NanumGothic"/>
                <a:cs typeface="NanumGothic"/>
              </a:defRPr>
            </a:pPr>
            <a:r>
              <a:rPr sz="3000" b="1">
                <a:solidFill>
                  <a:srgbClr val="173D36"/>
                </a:solidFill>
                <a:latin typeface="NanumGothic"/>
                <a:ea typeface="NanumGothic"/>
                <a:cs typeface="NanumGothic"/>
              </a:rPr>
              <a:t>심화 질문 · 악성 입력 / 삭제 범위</a:t>
            </a:r>
          </a:p>
        </p:txBody>
      </p:sp>
      <p:sp>
        <p:nvSpPr>
          <p:cNvPr id="3" name="">
            <a:extLst xmlns:a="http://schemas.openxmlformats.org/drawingml/2006/main">
              <a:ext uri="{FF2B5EF4-FFF2-40B4-BE49-F238E27FC236}">
                <a16:creationId xmlns:a16="http://schemas.microsoft.com/office/drawing/2014/main" id="{EC2D6E86-BE4F-469A-B56F-AB5F092D6E42}"/>
              </a:ext>
            </a:extLst>
          </p:cNvPr>
          <p:cNvSpPr>
            <a:spLocks xmlns:a="http://schemas.openxmlformats.org/drawingml/2006/main" noGrp="1"/>
          </p:cNvSpPr>
          <p:nvPr/>
        </p:nvSpPr>
        <p:spPr>
          <a:xfrm xmlns:a="http://schemas.openxmlformats.org/drawingml/2006/main">
            <a:off x="609600" y="152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Q17  사진 속 문구가 AI에 다른 명령을 내리면요?</a:t>
            </a:r>
          </a:p>
        </p:txBody>
      </p:sp>
      <p:sp>
        <p:nvSpPr>
          <p:cNvPr id="4" name="">
            <a:extLst xmlns:a="http://schemas.openxmlformats.org/drawingml/2006/main">
              <a:ext uri="{FF2B5EF4-FFF2-40B4-BE49-F238E27FC236}">
                <a16:creationId xmlns:a16="http://schemas.microsoft.com/office/drawing/2014/main" id="{55518315-3B92-47BB-9550-F1D3B679F385}"/>
              </a:ext>
            </a:extLst>
          </p:cNvPr>
          <p:cNvSpPr>
            <a:spLocks xmlns:a="http://schemas.openxmlformats.org/drawingml/2006/main" noGrp="1"/>
          </p:cNvSpPr>
          <p:nvPr/>
        </p:nvSpPr>
        <p:spPr>
          <a:xfrm xmlns:a="http://schemas.openxmlformats.org/drawingml/2006/main">
            <a:off x="990600" y="2190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추가 보안 검증 대상입니다. 사진 문구를 자료로만 취급하고,</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추출 형식 밖의 값과 행동 요청을 검증·차단하는 시험이 필요합니다.</a:t>
            </a:r>
          </a:p>
        </p:txBody>
      </p:sp>
      <p:sp>
        <p:nvSpPr>
          <p:cNvPr id="5" name="">
            <a:extLst xmlns:a="http://schemas.openxmlformats.org/drawingml/2006/main">
              <a:ext uri="{FF2B5EF4-FFF2-40B4-BE49-F238E27FC236}">
                <a16:creationId xmlns:a16="http://schemas.microsoft.com/office/drawing/2014/main" id="{9B920A78-C963-4CC5-9956-E6F4F3B45F31}"/>
              </a:ext>
            </a:extLst>
          </p:cNvPr>
          <p:cNvSpPr>
            <a:spLocks xmlns:a="http://schemas.openxmlformats.org/drawingml/2006/main" noGrp="1"/>
          </p:cNvSpPr>
          <p:nvPr/>
        </p:nvSpPr>
        <p:spPr>
          <a:xfrm xmlns:a="http://schemas.openxmlformats.org/drawingml/2006/main">
            <a:off x="609600" y="3667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Q18  앱에서 삭제하면 백업과 외부 전송본도 지워지나요?</a:t>
            </a:r>
          </a:p>
        </p:txBody>
      </p:sp>
      <p:sp>
        <p:nvSpPr>
          <p:cNvPr id="6" name="">
            <a:extLst xmlns:a="http://schemas.openxmlformats.org/drawingml/2006/main">
              <a:ext uri="{FF2B5EF4-FFF2-40B4-BE49-F238E27FC236}">
                <a16:creationId xmlns:a16="http://schemas.microsoft.com/office/drawing/2014/main" id="{780DAAB6-DBDC-4F1C-B234-820EA9A4D969}"/>
              </a:ext>
            </a:extLst>
          </p:cNvPr>
          <p:cNvSpPr>
            <a:spLocks xmlns:a="http://schemas.openxmlformats.org/drawingml/2006/main" noGrp="1"/>
          </p:cNvSpPr>
          <p:nvPr/>
        </p:nvSpPr>
        <p:spPr>
          <a:xfrm xmlns:a="http://schemas.openxmlformats.org/drawingml/2006/main">
            <a:off x="990600" y="43338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현재 삭제 기능 검증과 전체 보존 정책은 구분해야 합니다.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백업·로그·외부 처리 서비스별 보관·삭제 범위를 추가 확인해야 합니다.</a:t>
            </a:r>
          </a:p>
        </p:txBody>
      </p:sp>
      <p:sp>
        <p:nvSpPr>
          <p:cNvPr id="7" name="">
            <a:extLst xmlns:a="http://schemas.openxmlformats.org/drawingml/2006/main">
              <a:ext uri="{FF2B5EF4-FFF2-40B4-BE49-F238E27FC236}">
                <a16:creationId xmlns:a16="http://schemas.microsoft.com/office/drawing/2014/main" id="{2CA2C0E9-265B-4757-A0DA-4C555C4EFB26}"/>
              </a:ext>
            </a:extLst>
          </p:cNvPr>
          <p:cNvSpPr>
            <a:spLocks xmlns:a="http://schemas.openxmlformats.org/drawingml/2006/main" noGrp="1"/>
          </p:cNvSpPr>
          <p:nvPr/>
        </p:nvSpPr>
        <p:spPr>
          <a:xfrm xmlns:a="http://schemas.openxmlformats.org/drawingml/2006/main">
            <a:off x="609600" y="6191250"/>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질의응답용 · ‘추가 시험안·설계안’은 앞으로 할 일입니다.</a:t>
            </a:r>
          </a:p>
        </p:txBody>
      </p:sp>
      <p:sp>
        <p:nvSpPr>
          <p:cNvPr id="8" name="">
            <a:extLst xmlns:a="http://schemas.openxmlformats.org/drawingml/2006/main">
              <a:ext uri="{FF2B5EF4-FFF2-40B4-BE49-F238E27FC236}">
                <a16:creationId xmlns:a16="http://schemas.microsoft.com/office/drawing/2014/main" id="{292D8FA7-319E-4C06-80A6-89CAC18C0BDF}"/>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24</a:t>
            </a:r>
          </a:p>
        </p:txBody>
      </p:sp>
    </p:spTree>
    <p:extLst>
      <p:ext uri="{BB962C8B-B14F-4D97-AF65-F5344CB8AC3E}">
        <p14:creationId xmlns:p14="http://schemas.microsoft.com/office/powerpoint/2010/main" val="1801879168"/>
      </p:ext>
    </p:extLst>
  </p:cSld>
</p:sld>
</file>

<file path=ppt/slides/slide25.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FC11ED0-6AC5-4AA5-A712-3CF263D24308}"/>
              </a:ext>
            </a:extLst>
          </p:cNvPr>
          <p:cNvSpPr>
            <a:spLocks xmlns:a="http://schemas.openxmlformats.org/drawingml/2006/main" noGrp="1"/>
          </p:cNvSpPr>
          <p:nvPr/>
        </p:nvSpPr>
        <p:spPr>
          <a:xfrm xmlns:a="http://schemas.openxmlformats.org/drawingml/2006/main">
            <a:off x="609600" y="5143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73D36"/>
                </a:solidFill>
                <a:latin typeface="NanumGothic"/>
                <a:ea typeface="NanumGothic"/>
                <a:cs typeface="NanumGothic"/>
              </a:defRPr>
            </a:defPPr>
            <a:lvl1pPr>
              <a:defRPr sz="3000" b="1">
                <a:solidFill>
                  <a:srgbClr val="173D36"/>
                </a:solidFill>
                <a:latin typeface="NanumGothic"/>
                <a:ea typeface="NanumGothic"/>
                <a:cs typeface="NanumGothic"/>
              </a:defRPr>
            </a:lvl1pPr>
            <a:lvl2pPr>
              <a:defRPr sz="3000" b="1">
                <a:solidFill>
                  <a:srgbClr val="173D36"/>
                </a:solidFill>
                <a:latin typeface="NanumGothic"/>
                <a:ea typeface="NanumGothic"/>
                <a:cs typeface="NanumGothic"/>
              </a:defRPr>
            </a:lvl2pPr>
            <a:lvl3pPr>
              <a:defRPr sz="3000" b="1">
                <a:solidFill>
                  <a:srgbClr val="173D36"/>
                </a:solidFill>
                <a:latin typeface="NanumGothic"/>
                <a:ea typeface="NanumGothic"/>
                <a:cs typeface="NanumGothic"/>
              </a:defRPr>
            </a:lvl3pPr>
            <a:lvl4pPr>
              <a:defRPr sz="3000" b="1">
                <a:solidFill>
                  <a:srgbClr val="173D36"/>
                </a:solidFill>
                <a:latin typeface="NanumGothic"/>
                <a:ea typeface="NanumGothic"/>
                <a:cs typeface="NanumGothic"/>
              </a:defRPr>
            </a:lvl4pPr>
            <a:lvl5pPr>
              <a:defRPr sz="3000" b="1">
                <a:solidFill>
                  <a:srgbClr val="173D36"/>
                </a:solidFill>
                <a:latin typeface="NanumGothic"/>
                <a:ea typeface="NanumGothic"/>
                <a:cs typeface="NanumGothic"/>
              </a:defRPr>
            </a:lvl5pPr>
            <a:lvl6pPr>
              <a:defRPr sz="3000" b="1">
                <a:solidFill>
                  <a:srgbClr val="173D36"/>
                </a:solidFill>
                <a:latin typeface="NanumGothic"/>
                <a:ea typeface="NanumGothic"/>
                <a:cs typeface="NanumGothic"/>
              </a:defRPr>
            </a:lvl6pPr>
            <a:lvl7pPr>
              <a:defRPr sz="3000" b="1">
                <a:solidFill>
                  <a:srgbClr val="173D36"/>
                </a:solidFill>
                <a:latin typeface="NanumGothic"/>
                <a:ea typeface="NanumGothic"/>
                <a:cs typeface="NanumGothic"/>
              </a:defRPr>
            </a:lvl7pPr>
            <a:lvl8pPr>
              <a:defRPr sz="3000" b="1">
                <a:solidFill>
                  <a:srgbClr val="173D36"/>
                </a:solidFill>
                <a:latin typeface="NanumGothic"/>
                <a:ea typeface="NanumGothic"/>
                <a:cs typeface="NanumGothic"/>
              </a:defRPr>
            </a:lvl8pPr>
            <a:lvl9pPr>
              <a:defRPr sz="3000" b="1">
                <a:solidFill>
                  <a:srgbClr val="173D36"/>
                </a:solidFill>
                <a:latin typeface="NanumGothic"/>
                <a:ea typeface="NanumGothic"/>
                <a:cs typeface="NanumGothic"/>
              </a:defRPr>
            </a:lvl9pPr>
          </a:lstStyle>
          <a:p xmlns:a="http://schemas.openxmlformats.org/drawingml/2006/main">
            <a:pPr>
              <a:defRPr sz="3000" b="1">
                <a:solidFill>
                  <a:srgbClr val="173D36"/>
                </a:solidFill>
                <a:latin typeface="NanumGothic"/>
                <a:ea typeface="NanumGothic"/>
                <a:cs typeface="NanumGothic"/>
              </a:defRPr>
            </a:pPr>
            <a:r>
              <a:rPr sz="3000" b="1">
                <a:solidFill>
                  <a:srgbClr val="173D36"/>
                </a:solidFill>
                <a:latin typeface="NanumGothic"/>
                <a:ea typeface="NanumGothic"/>
                <a:cs typeface="NanumGothic"/>
              </a:rPr>
              <a:t>심화 질문 · 운영 비용 / 문제 해결</a:t>
            </a:r>
          </a:p>
        </p:txBody>
      </p:sp>
      <p:sp>
        <p:nvSpPr>
          <p:cNvPr id="3" name="">
            <a:extLst xmlns:a="http://schemas.openxmlformats.org/drawingml/2006/main">
              <a:ext uri="{FF2B5EF4-FFF2-40B4-BE49-F238E27FC236}">
                <a16:creationId xmlns:a16="http://schemas.microsoft.com/office/drawing/2014/main" id="{23CACF04-3564-4CA1-BED9-D2E09C5159F7}"/>
              </a:ext>
            </a:extLst>
          </p:cNvPr>
          <p:cNvSpPr>
            <a:spLocks xmlns:a="http://schemas.openxmlformats.org/drawingml/2006/main" noGrp="1"/>
          </p:cNvSpPr>
          <p:nvPr/>
        </p:nvSpPr>
        <p:spPr>
          <a:xfrm xmlns:a="http://schemas.openxmlformats.org/drawingml/2006/main">
            <a:off x="609600" y="1524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Q19  사용자가 늘면 처리 시간과 비용은 얼마나 들까요?</a:t>
            </a:r>
          </a:p>
        </p:txBody>
      </p:sp>
      <p:sp>
        <p:nvSpPr>
          <p:cNvPr id="4" name="">
            <a:extLst xmlns:a="http://schemas.openxmlformats.org/drawingml/2006/main">
              <a:ext uri="{FF2B5EF4-FFF2-40B4-BE49-F238E27FC236}">
                <a16:creationId xmlns:a16="http://schemas.microsoft.com/office/drawing/2014/main" id="{F2C51AD1-563E-420B-B40C-6B9A9CFBE38E}"/>
              </a:ext>
            </a:extLst>
          </p:cNvPr>
          <p:cNvSpPr>
            <a:spLocks xmlns:a="http://schemas.openxmlformats.org/drawingml/2006/main" noGrp="1"/>
          </p:cNvSpPr>
          <p:nvPr/>
        </p:nvSpPr>
        <p:spPr>
          <a:xfrm xmlns:a="http://schemas.openxmlformats.org/drawingml/2006/main">
            <a:off x="990600" y="2190750"/>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현재 부하별 지연 시간·실사용 비용을 측정한 값은 없습니다.</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호출 횟수·이미지 조건·처리 시간을 수집한 뒤 규모별로 산정해야 합니다.</a:t>
            </a:r>
          </a:p>
        </p:txBody>
      </p:sp>
      <p:sp>
        <p:nvSpPr>
          <p:cNvPr id="5" name="">
            <a:extLst xmlns:a="http://schemas.openxmlformats.org/drawingml/2006/main">
              <a:ext uri="{FF2B5EF4-FFF2-40B4-BE49-F238E27FC236}">
                <a16:creationId xmlns:a16="http://schemas.microsoft.com/office/drawing/2014/main" id="{D0746F8D-CE69-4AF9-8A5F-ABCC21354B68}"/>
              </a:ext>
            </a:extLst>
          </p:cNvPr>
          <p:cNvSpPr>
            <a:spLocks xmlns:a="http://schemas.openxmlformats.org/drawingml/2006/main" noGrp="1"/>
          </p:cNvSpPr>
          <p:nvPr/>
        </p:nvSpPr>
        <p:spPr>
          <a:xfrm xmlns:a="http://schemas.openxmlformats.org/drawingml/2006/main">
            <a:off x="609600" y="3667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Q20  개발 중 실제로 발생한 문제는 어떻게 해결했나요?</a:t>
            </a:r>
          </a:p>
        </p:txBody>
      </p:sp>
      <p:sp>
        <p:nvSpPr>
          <p:cNvPr id="6" name="">
            <a:extLst xmlns:a="http://schemas.openxmlformats.org/drawingml/2006/main">
              <a:ext uri="{FF2B5EF4-FFF2-40B4-BE49-F238E27FC236}">
                <a16:creationId xmlns:a16="http://schemas.microsoft.com/office/drawing/2014/main" id="{20D8EAC7-B492-4E54-9E47-A872C1EB680F}"/>
              </a:ext>
            </a:extLst>
          </p:cNvPr>
          <p:cNvSpPr>
            <a:spLocks xmlns:a="http://schemas.openxmlformats.org/drawingml/2006/main" noGrp="1"/>
          </p:cNvSpPr>
          <p:nvPr/>
        </p:nvSpPr>
        <p:spPr>
          <a:xfrm xmlns:a="http://schemas.openxmlformats.org/drawingml/2006/main">
            <a:off x="990600" y="4333875"/>
            <a:ext cx="1028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F3A"/>
                </a:solidFill>
                <a:latin typeface="NanumGothic"/>
                <a:ea typeface="NanumGothic"/>
                <a:cs typeface="NanumGothic"/>
              </a:defRPr>
            </a:defPPr>
            <a:lvl1pPr>
              <a:defRPr sz="1950" b="0">
                <a:solidFill>
                  <a:srgbClr val="243F3A"/>
                </a:solidFill>
                <a:latin typeface="NanumGothic"/>
                <a:ea typeface="NanumGothic"/>
                <a:cs typeface="NanumGothic"/>
              </a:defRPr>
            </a:lvl1pPr>
            <a:lvl2pPr>
              <a:defRPr sz="1950" b="0">
                <a:solidFill>
                  <a:srgbClr val="243F3A"/>
                </a:solidFill>
                <a:latin typeface="NanumGothic"/>
                <a:ea typeface="NanumGothic"/>
                <a:cs typeface="NanumGothic"/>
              </a:defRPr>
            </a:lvl2pPr>
            <a:lvl3pPr>
              <a:defRPr sz="1950" b="0">
                <a:solidFill>
                  <a:srgbClr val="243F3A"/>
                </a:solidFill>
                <a:latin typeface="NanumGothic"/>
                <a:ea typeface="NanumGothic"/>
                <a:cs typeface="NanumGothic"/>
              </a:defRPr>
            </a:lvl3pPr>
            <a:lvl4pPr>
              <a:defRPr sz="1950" b="0">
                <a:solidFill>
                  <a:srgbClr val="243F3A"/>
                </a:solidFill>
                <a:latin typeface="NanumGothic"/>
                <a:ea typeface="NanumGothic"/>
                <a:cs typeface="NanumGothic"/>
              </a:defRPr>
            </a:lvl4pPr>
            <a:lvl5pPr>
              <a:defRPr sz="1950" b="0">
                <a:solidFill>
                  <a:srgbClr val="243F3A"/>
                </a:solidFill>
                <a:latin typeface="NanumGothic"/>
                <a:ea typeface="NanumGothic"/>
                <a:cs typeface="NanumGothic"/>
              </a:defRPr>
            </a:lvl5pPr>
            <a:lvl6pPr>
              <a:defRPr sz="1950" b="0">
                <a:solidFill>
                  <a:srgbClr val="243F3A"/>
                </a:solidFill>
                <a:latin typeface="NanumGothic"/>
                <a:ea typeface="NanumGothic"/>
                <a:cs typeface="NanumGothic"/>
              </a:defRPr>
            </a:lvl6pPr>
            <a:lvl7pPr>
              <a:defRPr sz="1950" b="0">
                <a:solidFill>
                  <a:srgbClr val="243F3A"/>
                </a:solidFill>
                <a:latin typeface="NanumGothic"/>
                <a:ea typeface="NanumGothic"/>
                <a:cs typeface="NanumGothic"/>
              </a:defRPr>
            </a:lvl7pPr>
            <a:lvl8pPr>
              <a:defRPr sz="1950" b="0">
                <a:solidFill>
                  <a:srgbClr val="243F3A"/>
                </a:solidFill>
                <a:latin typeface="NanumGothic"/>
                <a:ea typeface="NanumGothic"/>
                <a:cs typeface="NanumGothic"/>
              </a:defRPr>
            </a:lvl8pPr>
            <a:lvl9pPr>
              <a:defRPr sz="1950" b="0">
                <a:solidFill>
                  <a:srgbClr val="243F3A"/>
                </a:solidFill>
                <a:latin typeface="NanumGothic"/>
                <a:ea typeface="NanumGothic"/>
                <a:cs typeface="NanumGothic"/>
              </a:defRPr>
            </a:lvl9pPr>
          </a:lstStyle>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저장 목록 새로고침 때 미저장 HIRA 결과가 사라지는 문제를 재현해,</a:t>
            </a:r>
          </a:p>
          <a:p xmlns:a="http://schemas.openxmlformats.org/drawingml/2006/main">
            <a:pPr>
              <a:defRPr sz="1950" b="0">
                <a:solidFill>
                  <a:srgbClr val="243F3A"/>
                </a:solidFill>
                <a:latin typeface="NanumGothic"/>
                <a:ea typeface="NanumGothic"/>
                <a:cs typeface="NanumGothic"/>
              </a:defRPr>
            </a:pPr>
            <a:r>
              <a:rPr sz="1950" b="0">
                <a:solidFill>
                  <a:srgbClr val="243F3A"/>
                </a:solidFill>
                <a:latin typeface="NanumGothic"/>
                <a:ea typeface="NanumGothic"/>
                <a:cs typeface="NanumGothic"/>
              </a:rPr>
              <a:t>현재 결과 유지와 DB 초안 복구 경로를 추가했습니다.</a:t>
            </a:r>
          </a:p>
        </p:txBody>
      </p:sp>
      <p:sp>
        <p:nvSpPr>
          <p:cNvPr id="7" name="">
            <a:extLst xmlns:a="http://schemas.openxmlformats.org/drawingml/2006/main">
              <a:ext uri="{FF2B5EF4-FFF2-40B4-BE49-F238E27FC236}">
                <a16:creationId xmlns:a16="http://schemas.microsoft.com/office/drawing/2014/main" id="{B433C7AF-300D-46AE-BB33-73ED2BA2890E}"/>
              </a:ext>
            </a:extLst>
          </p:cNvPr>
          <p:cNvSpPr>
            <a:spLocks xmlns:a="http://schemas.openxmlformats.org/drawingml/2006/main" noGrp="1"/>
          </p:cNvSpPr>
          <p:nvPr/>
        </p:nvSpPr>
        <p:spPr>
          <a:xfrm xmlns:a="http://schemas.openxmlformats.org/drawingml/2006/main">
            <a:off x="609600" y="6191250"/>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질의응답용 · ‘추가 시험안·설계안’은 앞으로 할 일입니다.</a:t>
            </a:r>
          </a:p>
        </p:txBody>
      </p:sp>
      <p:sp>
        <p:nvSpPr>
          <p:cNvPr id="8" name="">
            <a:extLst xmlns:a="http://schemas.openxmlformats.org/drawingml/2006/main">
              <a:ext uri="{FF2B5EF4-FFF2-40B4-BE49-F238E27FC236}">
                <a16:creationId xmlns:a16="http://schemas.microsoft.com/office/drawing/2014/main" id="{20516346-312B-45BD-8483-55C221510CFD}"/>
              </a:ext>
            </a:extLst>
          </p:cNvPr>
          <p:cNvSpPr>
            <a:spLocks xmlns:a="http://schemas.openxmlformats.org/drawingml/2006/main" noGrp="1"/>
          </p:cNvSpPr>
          <p:nvPr/>
        </p:nvSpPr>
        <p:spPr>
          <a:xfrm xmlns:a="http://schemas.openxmlformats.org/drawingml/2006/main">
            <a:off x="11049000" y="61912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25</a:t>
            </a:r>
          </a:p>
        </p:txBody>
      </p:sp>
    </p:spTree>
    <p:extLst>
      <p:ext uri="{BB962C8B-B14F-4D97-AF65-F5344CB8AC3E}">
        <p14:creationId xmlns:p14="http://schemas.microsoft.com/office/powerpoint/2010/main" val="1819602732"/>
      </p:ext>
    </p:extLst>
  </p:cSld>
</p:sld>
</file>

<file path=ppt/slides/slide26.xml><?xml version="1.0" encoding="utf-8"?>
<p:sld xmlns:p="http://schemas.openxmlformats.org/presentationml/2006/main">
  <p:cSld>
    <p:bg>
      <p:bgPr>
        <a:solidFill xmlns:a="http://schemas.openxmlformats.org/drawingml/2006/main">
          <a:srgbClr val="F6F7F1"/>
        </a:solidFill>
      </p:bgPr>
    </p:bg>
    <p:spTree>
      <p:nvGrpSpPr>
        <p:cNvPr id="1" name=""/>
        <p:cNvGrpSpPr/>
        <p:nvPr/>
      </p:nvGrpSpPr>
      <p:grpSpPr>
        <a:xfrm xmlns:a="http://schemas.openxmlformats.org/drawingml/2006/main"/>
      </p:grpSpPr>
      <p:sp>
        <p:nvSpPr>
          <p:cNvPr id="2" name="headline">
            <a:extLst xmlns:a="http://schemas.openxmlformats.org/drawingml/2006/main">
              <a:ext uri="{FF2B5EF4-FFF2-40B4-BE49-F238E27FC236}">
                <a16:creationId xmlns:a16="http://schemas.microsoft.com/office/drawing/2014/main" id="{2C324772-1CD4-4CFD-9BFB-0677EB9B491E}"/>
              </a:ext>
            </a:extLst>
          </p:cNvPr>
          <p:cNvSpPr>
            <a:spLocks xmlns:a="http://schemas.openxmlformats.org/drawingml/2006/main" noGrp="1"/>
          </p:cNvSpPr>
          <p:nvPr/>
        </p:nvSpPr>
        <p:spPr>
          <a:xfrm xmlns:a="http://schemas.openxmlformats.org/drawingml/2006/main">
            <a:off x="609600" y="5143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73D36"/>
                </a:solidFill>
                <a:latin typeface="NanumGothic"/>
                <a:ea typeface="NanumGothic"/>
                <a:cs typeface="NanumGothic"/>
              </a:defRPr>
            </a:defPPr>
            <a:lvl1pPr>
              <a:defRPr sz="3150" b="1">
                <a:solidFill>
                  <a:srgbClr val="173D36"/>
                </a:solidFill>
                <a:latin typeface="NanumGothic"/>
                <a:ea typeface="NanumGothic"/>
                <a:cs typeface="NanumGothic"/>
              </a:defRPr>
            </a:lvl1pPr>
            <a:lvl2pPr>
              <a:defRPr sz="3150" b="1">
                <a:solidFill>
                  <a:srgbClr val="173D36"/>
                </a:solidFill>
                <a:latin typeface="NanumGothic"/>
                <a:ea typeface="NanumGothic"/>
                <a:cs typeface="NanumGothic"/>
              </a:defRPr>
            </a:lvl2pPr>
            <a:lvl3pPr>
              <a:defRPr sz="3150" b="1">
                <a:solidFill>
                  <a:srgbClr val="173D36"/>
                </a:solidFill>
                <a:latin typeface="NanumGothic"/>
                <a:ea typeface="NanumGothic"/>
                <a:cs typeface="NanumGothic"/>
              </a:defRPr>
            </a:lvl3pPr>
            <a:lvl4pPr>
              <a:defRPr sz="3150" b="1">
                <a:solidFill>
                  <a:srgbClr val="173D36"/>
                </a:solidFill>
                <a:latin typeface="NanumGothic"/>
                <a:ea typeface="NanumGothic"/>
                <a:cs typeface="NanumGothic"/>
              </a:defRPr>
            </a:lvl4pPr>
            <a:lvl5pPr>
              <a:defRPr sz="3150" b="1">
                <a:solidFill>
                  <a:srgbClr val="173D36"/>
                </a:solidFill>
                <a:latin typeface="NanumGothic"/>
                <a:ea typeface="NanumGothic"/>
                <a:cs typeface="NanumGothic"/>
              </a:defRPr>
            </a:lvl5pPr>
            <a:lvl6pPr>
              <a:defRPr sz="3150" b="1">
                <a:solidFill>
                  <a:srgbClr val="173D36"/>
                </a:solidFill>
                <a:latin typeface="NanumGothic"/>
                <a:ea typeface="NanumGothic"/>
                <a:cs typeface="NanumGothic"/>
              </a:defRPr>
            </a:lvl6pPr>
            <a:lvl7pPr>
              <a:defRPr sz="3150" b="1">
                <a:solidFill>
                  <a:srgbClr val="173D36"/>
                </a:solidFill>
                <a:latin typeface="NanumGothic"/>
                <a:ea typeface="NanumGothic"/>
                <a:cs typeface="NanumGothic"/>
              </a:defRPr>
            </a:lvl7pPr>
            <a:lvl8pPr>
              <a:defRPr sz="3150" b="1">
                <a:solidFill>
                  <a:srgbClr val="173D36"/>
                </a:solidFill>
                <a:latin typeface="NanumGothic"/>
                <a:ea typeface="NanumGothic"/>
                <a:cs typeface="NanumGothic"/>
              </a:defRPr>
            </a:lvl8pPr>
            <a:lvl9pPr>
              <a:defRPr sz="3150" b="1">
                <a:solidFill>
                  <a:srgbClr val="173D36"/>
                </a:solidFill>
                <a:latin typeface="NanumGothic"/>
                <a:ea typeface="NanumGothic"/>
                <a:cs typeface="NanumGothic"/>
              </a:defRPr>
            </a:lvl9pPr>
          </a:lstStyle>
          <a:p xmlns:a="http://schemas.openxmlformats.org/drawingml/2006/main">
            <a:pPr>
              <a:defRPr sz="3150" b="1">
                <a:solidFill>
                  <a:srgbClr val="173D36"/>
                </a:solidFill>
                <a:latin typeface="NanumGothic"/>
                <a:ea typeface="NanumGothic"/>
                <a:cs typeface="NanumGothic"/>
              </a:defRPr>
            </a:pPr>
            <a:r>
              <a:rPr sz="3150" b="1">
                <a:solidFill>
                  <a:srgbClr val="173D36"/>
                </a:solidFill>
                <a:latin typeface="NanumGothic"/>
                <a:ea typeface="NanumGothic"/>
                <a:cs typeface="NanumGothic"/>
              </a:rPr>
              <a:t>부록 4 · 기존 서비스 비교의 근거</a:t>
            </a:r>
          </a:p>
        </p:txBody>
      </p:sp>
      <p:sp>
        <p:nvSpPr>
          <p:cNvPr id="3" name="">
            <a:extLst xmlns:a="http://schemas.openxmlformats.org/drawingml/2006/main">
              <a:ext uri="{FF2B5EF4-FFF2-40B4-BE49-F238E27FC236}">
                <a16:creationId xmlns:a16="http://schemas.microsoft.com/office/drawing/2014/main" id="{8F076D5C-58D0-44D4-A5A9-D4E341D100C7}"/>
              </a:ext>
            </a:extLst>
          </p:cNvPr>
          <p:cNvSpPr>
            <a:spLocks xmlns:a="http://schemas.openxmlformats.org/drawingml/2006/main" noGrp="1"/>
          </p:cNvSpPr>
          <p:nvPr/>
        </p:nvSpPr>
        <p:spPr>
          <a:xfrm xmlns:a="http://schemas.openxmlformats.org/drawingml/2006/main">
            <a:off x="609600" y="165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[1] HIRA · 내가 먹는 약! 한눈에</a:t>
            </a:r>
          </a:p>
        </p:txBody>
      </p:sp>
      <p:sp>
        <p:nvSpPr>
          <p:cNvPr id="4" name="">
            <a:extLst xmlns:a="http://schemas.openxmlformats.org/drawingml/2006/main">
              <a:ext uri="{FF2B5EF4-FFF2-40B4-BE49-F238E27FC236}">
                <a16:creationId xmlns:a16="http://schemas.microsoft.com/office/drawing/2014/main" id="{D5CA1DC2-FD1B-4E72-BC0D-0649D967A2DD}"/>
              </a:ext>
            </a:extLst>
          </p:cNvPr>
          <p:cNvSpPr>
            <a:spLocks xmlns:a="http://schemas.openxmlformats.org/drawingml/2006/main" noGrp="1"/>
          </p:cNvSpPr>
          <p:nvPr/>
        </p:nvSpPr>
        <p:spPr>
          <a:xfrm xmlns:a="http://schemas.openxmlformats.org/drawingml/2006/main">
            <a:off x="609600" y="2124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F3A"/>
                </a:solidFill>
                <a:latin typeface="NanumGothic"/>
                <a:ea typeface="NanumGothic"/>
                <a:cs typeface="NanumGothic"/>
              </a:defRPr>
            </a:defPPr>
            <a:lvl1pPr>
              <a:defRPr sz="1875" b="0">
                <a:solidFill>
                  <a:srgbClr val="243F3A"/>
                </a:solidFill>
                <a:latin typeface="NanumGothic"/>
                <a:ea typeface="NanumGothic"/>
                <a:cs typeface="NanumGothic"/>
              </a:defRPr>
            </a:lvl1pPr>
            <a:lvl2pPr>
              <a:defRPr sz="1875" b="0">
                <a:solidFill>
                  <a:srgbClr val="243F3A"/>
                </a:solidFill>
                <a:latin typeface="NanumGothic"/>
                <a:ea typeface="NanumGothic"/>
                <a:cs typeface="NanumGothic"/>
              </a:defRPr>
            </a:lvl2pPr>
            <a:lvl3pPr>
              <a:defRPr sz="1875" b="0">
                <a:solidFill>
                  <a:srgbClr val="243F3A"/>
                </a:solidFill>
                <a:latin typeface="NanumGothic"/>
                <a:ea typeface="NanumGothic"/>
                <a:cs typeface="NanumGothic"/>
              </a:defRPr>
            </a:lvl3pPr>
            <a:lvl4pPr>
              <a:defRPr sz="1875" b="0">
                <a:solidFill>
                  <a:srgbClr val="243F3A"/>
                </a:solidFill>
                <a:latin typeface="NanumGothic"/>
                <a:ea typeface="NanumGothic"/>
                <a:cs typeface="NanumGothic"/>
              </a:defRPr>
            </a:lvl4pPr>
            <a:lvl5pPr>
              <a:defRPr sz="1875" b="0">
                <a:solidFill>
                  <a:srgbClr val="243F3A"/>
                </a:solidFill>
                <a:latin typeface="NanumGothic"/>
                <a:ea typeface="NanumGothic"/>
                <a:cs typeface="NanumGothic"/>
              </a:defRPr>
            </a:lvl5pPr>
            <a:lvl6pPr>
              <a:defRPr sz="1875" b="0">
                <a:solidFill>
                  <a:srgbClr val="243F3A"/>
                </a:solidFill>
                <a:latin typeface="NanumGothic"/>
                <a:ea typeface="NanumGothic"/>
                <a:cs typeface="NanumGothic"/>
              </a:defRPr>
            </a:lvl6pPr>
            <a:lvl7pPr>
              <a:defRPr sz="1875" b="0">
                <a:solidFill>
                  <a:srgbClr val="243F3A"/>
                </a:solidFill>
                <a:latin typeface="NanumGothic"/>
                <a:ea typeface="NanumGothic"/>
                <a:cs typeface="NanumGothic"/>
              </a:defRPr>
            </a:lvl7pPr>
            <a:lvl8pPr>
              <a:defRPr sz="1875" b="0">
                <a:solidFill>
                  <a:srgbClr val="243F3A"/>
                </a:solidFill>
                <a:latin typeface="NanumGothic"/>
                <a:ea typeface="NanumGothic"/>
                <a:cs typeface="NanumGothic"/>
              </a:defRPr>
            </a:lvl8pPr>
            <a:lvl9pPr>
              <a:defRPr sz="1875" b="0">
                <a:solidFill>
                  <a:srgbClr val="243F3A"/>
                </a:solidFill>
                <a:latin typeface="NanumGothic"/>
                <a:ea typeface="NanumGothic"/>
                <a:cs typeface="NanumGothic"/>
              </a:defRPr>
            </a:lvl9pPr>
          </a:lstStyle>
          <a:p xmlns:a="http://schemas.openxmlformats.org/drawingml/2006/main">
            <a:pPr>
              <a:defRPr sz="1875" b="0">
                <a:solidFill>
                  <a:srgbClr val="243F3A"/>
                </a:solidFill>
                <a:latin typeface="NanumGothic"/>
                <a:ea typeface="NanumGothic"/>
                <a:cs typeface="NanumGothic"/>
              </a:defRPr>
            </a:pPr>
            <a:r>
              <a:rPr sz="1875" b="0">
                <a:solidFill>
                  <a:srgbClr val="243F3A"/>
                </a:solidFill>
                <a:latin typeface="NanumGothic"/>
                <a:ea typeface="NanumGothic"/>
                <a:cs typeface="NanumGothic"/>
              </a:rPr>
              <a:t>공식 서비스 안내: 투약 이력·알러지·부작용 정보 조회</a:t>
            </a:r>
          </a:p>
        </p:txBody>
      </p:sp>
      <p:sp>
        <p:nvSpPr>
          <p:cNvPr id="5" name="">
            <a:extLst xmlns:a="http://schemas.openxmlformats.org/drawingml/2006/main">
              <a:ext uri="{FF2B5EF4-FFF2-40B4-BE49-F238E27FC236}">
                <a16:creationId xmlns:a16="http://schemas.microsoft.com/office/drawing/2014/main" id="{55B96E5C-BC82-4CD8-9E0F-FA5416C5EA7A}"/>
              </a:ext>
            </a:extLst>
          </p:cNvPr>
          <p:cNvSpPr>
            <a:spLocks xmlns:a="http://schemas.openxmlformats.org/drawingml/2006/main" noGrp="1"/>
          </p:cNvSpPr>
          <p:nvPr/>
        </p:nvSpPr>
        <p:spPr>
          <a:xfrm xmlns:a="http://schemas.openxmlformats.org/drawingml/2006/main">
            <a:off x="609600" y="25241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63736D"/>
                </a:solidFill>
                <a:latin typeface="NanumGothic"/>
                <a:ea typeface="NanumGothic"/>
                <a:cs typeface="NanumGothic"/>
              </a:defRPr>
            </a:defPPr>
            <a:lvl1pPr>
              <a:defRPr sz="1425" b="0">
                <a:solidFill>
                  <a:srgbClr val="63736D"/>
                </a:solidFill>
                <a:latin typeface="NanumGothic"/>
                <a:ea typeface="NanumGothic"/>
                <a:cs typeface="NanumGothic"/>
              </a:defRPr>
            </a:lvl1pPr>
            <a:lvl2pPr>
              <a:defRPr sz="1425" b="0">
                <a:solidFill>
                  <a:srgbClr val="63736D"/>
                </a:solidFill>
                <a:latin typeface="NanumGothic"/>
                <a:ea typeface="NanumGothic"/>
                <a:cs typeface="NanumGothic"/>
              </a:defRPr>
            </a:lvl2pPr>
            <a:lvl3pPr>
              <a:defRPr sz="1425" b="0">
                <a:solidFill>
                  <a:srgbClr val="63736D"/>
                </a:solidFill>
                <a:latin typeface="NanumGothic"/>
                <a:ea typeface="NanumGothic"/>
                <a:cs typeface="NanumGothic"/>
              </a:defRPr>
            </a:lvl3pPr>
            <a:lvl4pPr>
              <a:defRPr sz="1425" b="0">
                <a:solidFill>
                  <a:srgbClr val="63736D"/>
                </a:solidFill>
                <a:latin typeface="NanumGothic"/>
                <a:ea typeface="NanumGothic"/>
                <a:cs typeface="NanumGothic"/>
              </a:defRPr>
            </a:lvl4pPr>
            <a:lvl5pPr>
              <a:defRPr sz="1425" b="0">
                <a:solidFill>
                  <a:srgbClr val="63736D"/>
                </a:solidFill>
                <a:latin typeface="NanumGothic"/>
                <a:ea typeface="NanumGothic"/>
                <a:cs typeface="NanumGothic"/>
              </a:defRPr>
            </a:lvl5pPr>
            <a:lvl6pPr>
              <a:defRPr sz="1425" b="0">
                <a:solidFill>
                  <a:srgbClr val="63736D"/>
                </a:solidFill>
                <a:latin typeface="NanumGothic"/>
                <a:ea typeface="NanumGothic"/>
                <a:cs typeface="NanumGothic"/>
              </a:defRPr>
            </a:lvl6pPr>
            <a:lvl7pPr>
              <a:defRPr sz="1425" b="0">
                <a:solidFill>
                  <a:srgbClr val="63736D"/>
                </a:solidFill>
                <a:latin typeface="NanumGothic"/>
                <a:ea typeface="NanumGothic"/>
                <a:cs typeface="NanumGothic"/>
              </a:defRPr>
            </a:lvl7pPr>
            <a:lvl8pPr>
              <a:defRPr sz="1425" b="0">
                <a:solidFill>
                  <a:srgbClr val="63736D"/>
                </a:solidFill>
                <a:latin typeface="NanumGothic"/>
                <a:ea typeface="NanumGothic"/>
                <a:cs typeface="NanumGothic"/>
              </a:defRPr>
            </a:lvl8pPr>
            <a:lvl9pPr>
              <a:defRPr sz="1425" b="0">
                <a:solidFill>
                  <a:srgbClr val="63736D"/>
                </a:solidFill>
                <a:latin typeface="NanumGothic"/>
                <a:ea typeface="NanumGothic"/>
                <a:cs typeface="NanumGothic"/>
              </a:defRPr>
            </a:lvl9pPr>
          </a:lstStyle>
          <a:p xmlns:a="http://schemas.openxmlformats.org/drawingml/2006/main">
            <a:pPr>
              <a:defRPr sz="1425" b="0">
                <a:solidFill>
                  <a:srgbClr val="63736D"/>
                </a:solidFill>
                <a:latin typeface="NanumGothic"/>
                <a:ea typeface="NanumGothic"/>
                <a:cs typeface="NanumGothic"/>
              </a:defRPr>
            </a:pPr>
            <a:r>
              <a:rPr sz="1425" b="0">
                <a:solidFill>
                  <a:srgbClr val="63736D"/>
                </a:solidFill>
                <a:latin typeface="NanumGothic"/>
                <a:ea typeface="NanumGothic"/>
                <a:cs typeface="NanumGothic"/>
              </a:rPr>
              <a:t>hira.or.kr / 조회·신청 / 내가 먹는 약! 한눈에</a:t>
            </a:r>
          </a:p>
        </p:txBody>
      </p:sp>
      <p:sp>
        <p:nvSpPr>
          <p:cNvPr id="6" name="">
            <a:extLst xmlns:a="http://schemas.openxmlformats.org/drawingml/2006/main">
              <a:ext uri="{FF2B5EF4-FFF2-40B4-BE49-F238E27FC236}">
                <a16:creationId xmlns:a16="http://schemas.microsoft.com/office/drawing/2014/main" id="{40748960-08A0-4450-9DF3-CCC9F1186F5D}"/>
              </a:ext>
            </a:extLst>
          </p:cNvPr>
          <p:cNvSpPr>
            <a:spLocks xmlns:a="http://schemas.openxmlformats.org/drawingml/2006/main" noGrp="1"/>
          </p:cNvSpPr>
          <p:nvPr/>
        </p:nvSpPr>
        <p:spPr>
          <a:xfrm xmlns:a="http://schemas.openxmlformats.org/drawingml/2006/main">
            <a:off x="609600" y="29432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[2] 나의건강기록</a:t>
            </a:r>
          </a:p>
        </p:txBody>
      </p:sp>
      <p:sp>
        <p:nvSpPr>
          <p:cNvPr id="7" name="">
            <a:extLst xmlns:a="http://schemas.openxmlformats.org/drawingml/2006/main">
              <a:ext uri="{FF2B5EF4-FFF2-40B4-BE49-F238E27FC236}">
                <a16:creationId xmlns:a16="http://schemas.microsoft.com/office/drawing/2014/main" id="{388AF914-A877-437E-8625-DC030775C962}"/>
              </a:ext>
            </a:extLst>
          </p:cNvPr>
          <p:cNvSpPr>
            <a:spLocks xmlns:a="http://schemas.openxmlformats.org/drawingml/2006/main" noGrp="1"/>
          </p:cNvSpPr>
          <p:nvPr/>
        </p:nvSpPr>
        <p:spPr>
          <a:xfrm xmlns:a="http://schemas.openxmlformats.org/drawingml/2006/main">
            <a:off x="609600" y="34099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F3A"/>
                </a:solidFill>
                <a:latin typeface="NanumGothic"/>
                <a:ea typeface="NanumGothic"/>
                <a:cs typeface="NanumGothic"/>
              </a:defRPr>
            </a:defPPr>
            <a:lvl1pPr>
              <a:defRPr sz="1875" b="0">
                <a:solidFill>
                  <a:srgbClr val="243F3A"/>
                </a:solidFill>
                <a:latin typeface="NanumGothic"/>
                <a:ea typeface="NanumGothic"/>
                <a:cs typeface="NanumGothic"/>
              </a:defRPr>
            </a:lvl1pPr>
            <a:lvl2pPr>
              <a:defRPr sz="1875" b="0">
                <a:solidFill>
                  <a:srgbClr val="243F3A"/>
                </a:solidFill>
                <a:latin typeface="NanumGothic"/>
                <a:ea typeface="NanumGothic"/>
                <a:cs typeface="NanumGothic"/>
              </a:defRPr>
            </a:lvl2pPr>
            <a:lvl3pPr>
              <a:defRPr sz="1875" b="0">
                <a:solidFill>
                  <a:srgbClr val="243F3A"/>
                </a:solidFill>
                <a:latin typeface="NanumGothic"/>
                <a:ea typeface="NanumGothic"/>
                <a:cs typeface="NanumGothic"/>
              </a:defRPr>
            </a:lvl3pPr>
            <a:lvl4pPr>
              <a:defRPr sz="1875" b="0">
                <a:solidFill>
                  <a:srgbClr val="243F3A"/>
                </a:solidFill>
                <a:latin typeface="NanumGothic"/>
                <a:ea typeface="NanumGothic"/>
                <a:cs typeface="NanumGothic"/>
              </a:defRPr>
            </a:lvl4pPr>
            <a:lvl5pPr>
              <a:defRPr sz="1875" b="0">
                <a:solidFill>
                  <a:srgbClr val="243F3A"/>
                </a:solidFill>
                <a:latin typeface="NanumGothic"/>
                <a:ea typeface="NanumGothic"/>
                <a:cs typeface="NanumGothic"/>
              </a:defRPr>
            </a:lvl5pPr>
            <a:lvl6pPr>
              <a:defRPr sz="1875" b="0">
                <a:solidFill>
                  <a:srgbClr val="243F3A"/>
                </a:solidFill>
                <a:latin typeface="NanumGothic"/>
                <a:ea typeface="NanumGothic"/>
                <a:cs typeface="NanumGothic"/>
              </a:defRPr>
            </a:lvl6pPr>
            <a:lvl7pPr>
              <a:defRPr sz="1875" b="0">
                <a:solidFill>
                  <a:srgbClr val="243F3A"/>
                </a:solidFill>
                <a:latin typeface="NanumGothic"/>
                <a:ea typeface="NanumGothic"/>
                <a:cs typeface="NanumGothic"/>
              </a:defRPr>
            </a:lvl7pPr>
            <a:lvl8pPr>
              <a:defRPr sz="1875" b="0">
                <a:solidFill>
                  <a:srgbClr val="243F3A"/>
                </a:solidFill>
                <a:latin typeface="NanumGothic"/>
                <a:ea typeface="NanumGothic"/>
                <a:cs typeface="NanumGothic"/>
              </a:defRPr>
            </a:lvl8pPr>
            <a:lvl9pPr>
              <a:defRPr sz="1875" b="0">
                <a:solidFill>
                  <a:srgbClr val="243F3A"/>
                </a:solidFill>
                <a:latin typeface="NanumGothic"/>
                <a:ea typeface="NanumGothic"/>
                <a:cs typeface="NanumGothic"/>
              </a:defRPr>
            </a:lvl9pPr>
          </a:lstStyle>
          <a:p xmlns:a="http://schemas.openxmlformats.org/drawingml/2006/main">
            <a:pPr>
              <a:defRPr sz="1875" b="0">
                <a:solidFill>
                  <a:srgbClr val="243F3A"/>
                </a:solidFill>
                <a:latin typeface="NanumGothic"/>
                <a:ea typeface="NanumGothic"/>
                <a:cs typeface="NanumGothic"/>
              </a:defRPr>
            </a:pPr>
            <a:r>
              <a:rPr sz="1875" b="0">
                <a:solidFill>
                  <a:srgbClr val="243F3A"/>
                </a:solidFill>
                <a:latin typeface="NanumGothic"/>
                <a:ea typeface="NanumGothic"/>
                <a:cs typeface="NanumGothic"/>
              </a:rPr>
              <a:t>한국보건의료정보원: 의료정보 조회·공유, 가족 관리·복약 알림</a:t>
            </a:r>
          </a:p>
        </p:txBody>
      </p:sp>
      <p:sp>
        <p:nvSpPr>
          <p:cNvPr id="8" name="">
            <a:extLst xmlns:a="http://schemas.openxmlformats.org/drawingml/2006/main">
              <a:ext uri="{FF2B5EF4-FFF2-40B4-BE49-F238E27FC236}">
                <a16:creationId xmlns:a16="http://schemas.microsoft.com/office/drawing/2014/main" id="{6003E95A-CF89-401A-B40D-F52B3813C42C}"/>
              </a:ext>
            </a:extLst>
          </p:cNvPr>
          <p:cNvSpPr>
            <a:spLocks xmlns:a="http://schemas.openxmlformats.org/drawingml/2006/main" noGrp="1"/>
          </p:cNvSpPr>
          <p:nvPr/>
        </p:nvSpPr>
        <p:spPr>
          <a:xfrm xmlns:a="http://schemas.openxmlformats.org/drawingml/2006/main">
            <a:off x="609600" y="38100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63736D"/>
                </a:solidFill>
                <a:latin typeface="NanumGothic"/>
                <a:ea typeface="NanumGothic"/>
                <a:cs typeface="NanumGothic"/>
              </a:defRPr>
            </a:defPPr>
            <a:lvl1pPr>
              <a:defRPr sz="1425" b="0">
                <a:solidFill>
                  <a:srgbClr val="63736D"/>
                </a:solidFill>
                <a:latin typeface="NanumGothic"/>
                <a:ea typeface="NanumGothic"/>
                <a:cs typeface="NanumGothic"/>
              </a:defRPr>
            </a:lvl1pPr>
            <a:lvl2pPr>
              <a:defRPr sz="1425" b="0">
                <a:solidFill>
                  <a:srgbClr val="63736D"/>
                </a:solidFill>
                <a:latin typeface="NanumGothic"/>
                <a:ea typeface="NanumGothic"/>
                <a:cs typeface="NanumGothic"/>
              </a:defRPr>
            </a:lvl2pPr>
            <a:lvl3pPr>
              <a:defRPr sz="1425" b="0">
                <a:solidFill>
                  <a:srgbClr val="63736D"/>
                </a:solidFill>
                <a:latin typeface="NanumGothic"/>
                <a:ea typeface="NanumGothic"/>
                <a:cs typeface="NanumGothic"/>
              </a:defRPr>
            </a:lvl3pPr>
            <a:lvl4pPr>
              <a:defRPr sz="1425" b="0">
                <a:solidFill>
                  <a:srgbClr val="63736D"/>
                </a:solidFill>
                <a:latin typeface="NanumGothic"/>
                <a:ea typeface="NanumGothic"/>
                <a:cs typeface="NanumGothic"/>
              </a:defRPr>
            </a:lvl4pPr>
            <a:lvl5pPr>
              <a:defRPr sz="1425" b="0">
                <a:solidFill>
                  <a:srgbClr val="63736D"/>
                </a:solidFill>
                <a:latin typeface="NanumGothic"/>
                <a:ea typeface="NanumGothic"/>
                <a:cs typeface="NanumGothic"/>
              </a:defRPr>
            </a:lvl5pPr>
            <a:lvl6pPr>
              <a:defRPr sz="1425" b="0">
                <a:solidFill>
                  <a:srgbClr val="63736D"/>
                </a:solidFill>
                <a:latin typeface="NanumGothic"/>
                <a:ea typeface="NanumGothic"/>
                <a:cs typeface="NanumGothic"/>
              </a:defRPr>
            </a:lvl6pPr>
            <a:lvl7pPr>
              <a:defRPr sz="1425" b="0">
                <a:solidFill>
                  <a:srgbClr val="63736D"/>
                </a:solidFill>
                <a:latin typeface="NanumGothic"/>
                <a:ea typeface="NanumGothic"/>
                <a:cs typeface="NanumGothic"/>
              </a:defRPr>
            </a:lvl7pPr>
            <a:lvl8pPr>
              <a:defRPr sz="1425" b="0">
                <a:solidFill>
                  <a:srgbClr val="63736D"/>
                </a:solidFill>
                <a:latin typeface="NanumGothic"/>
                <a:ea typeface="NanumGothic"/>
                <a:cs typeface="NanumGothic"/>
              </a:defRPr>
            </a:lvl8pPr>
            <a:lvl9pPr>
              <a:defRPr sz="1425" b="0">
                <a:solidFill>
                  <a:srgbClr val="63736D"/>
                </a:solidFill>
                <a:latin typeface="NanumGothic"/>
                <a:ea typeface="NanumGothic"/>
                <a:cs typeface="NanumGothic"/>
              </a:defRPr>
            </a:lvl9pPr>
          </a:lstStyle>
          <a:p xmlns:a="http://schemas.openxmlformats.org/drawingml/2006/main">
            <a:pPr>
              <a:defRPr sz="1425" b="0">
                <a:solidFill>
                  <a:srgbClr val="63736D"/>
                </a:solidFill>
                <a:latin typeface="NanumGothic"/>
                <a:ea typeface="NanumGothic"/>
                <a:cs typeface="NanumGothic"/>
              </a:defRPr>
            </a:pPr>
            <a:r>
              <a:rPr sz="1425" b="0">
                <a:solidFill>
                  <a:srgbClr val="63736D"/>
                </a:solidFill>
                <a:latin typeface="NanumGothic"/>
                <a:ea typeface="NanumGothic"/>
                <a:cs typeface="NanumGothic"/>
              </a:rPr>
              <a:t>khis.kr / 보도자료 / 게시물 1603·1555</a:t>
            </a:r>
          </a:p>
        </p:txBody>
      </p:sp>
      <p:sp>
        <p:nvSpPr>
          <p:cNvPr id="9" name="">
            <a:extLst xmlns:a="http://schemas.openxmlformats.org/drawingml/2006/main">
              <a:ext uri="{FF2B5EF4-FFF2-40B4-BE49-F238E27FC236}">
                <a16:creationId xmlns:a16="http://schemas.microsoft.com/office/drawing/2014/main" id="{D856A058-F3D9-4745-96CB-F4FCE66EB87C}"/>
              </a:ext>
            </a:extLst>
          </p:cNvPr>
          <p:cNvSpPr>
            <a:spLocks xmlns:a="http://schemas.openxmlformats.org/drawingml/2006/main" noGrp="1"/>
          </p:cNvSpPr>
          <p:nvPr/>
        </p:nvSpPr>
        <p:spPr>
          <a:xfrm xmlns:a="http://schemas.openxmlformats.org/drawingml/2006/main">
            <a:off x="609600" y="42291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D36"/>
                </a:solidFill>
                <a:latin typeface="NanumGothic"/>
                <a:ea typeface="NanumGothic"/>
                <a:cs typeface="NanumGothic"/>
              </a:defRPr>
            </a:defPPr>
            <a:lvl1pPr>
              <a:defRPr sz="2175" b="1">
                <a:solidFill>
                  <a:srgbClr val="173D36"/>
                </a:solidFill>
                <a:latin typeface="NanumGothic"/>
                <a:ea typeface="NanumGothic"/>
                <a:cs typeface="NanumGothic"/>
              </a:defRPr>
            </a:lvl1pPr>
            <a:lvl2pPr>
              <a:defRPr sz="2175" b="1">
                <a:solidFill>
                  <a:srgbClr val="173D36"/>
                </a:solidFill>
                <a:latin typeface="NanumGothic"/>
                <a:ea typeface="NanumGothic"/>
                <a:cs typeface="NanumGothic"/>
              </a:defRPr>
            </a:lvl2pPr>
            <a:lvl3pPr>
              <a:defRPr sz="2175" b="1">
                <a:solidFill>
                  <a:srgbClr val="173D36"/>
                </a:solidFill>
                <a:latin typeface="NanumGothic"/>
                <a:ea typeface="NanumGothic"/>
                <a:cs typeface="NanumGothic"/>
              </a:defRPr>
            </a:lvl3pPr>
            <a:lvl4pPr>
              <a:defRPr sz="2175" b="1">
                <a:solidFill>
                  <a:srgbClr val="173D36"/>
                </a:solidFill>
                <a:latin typeface="NanumGothic"/>
                <a:ea typeface="NanumGothic"/>
                <a:cs typeface="NanumGothic"/>
              </a:defRPr>
            </a:lvl4pPr>
            <a:lvl5pPr>
              <a:defRPr sz="2175" b="1">
                <a:solidFill>
                  <a:srgbClr val="173D36"/>
                </a:solidFill>
                <a:latin typeface="NanumGothic"/>
                <a:ea typeface="NanumGothic"/>
                <a:cs typeface="NanumGothic"/>
              </a:defRPr>
            </a:lvl5pPr>
            <a:lvl6pPr>
              <a:defRPr sz="2175" b="1">
                <a:solidFill>
                  <a:srgbClr val="173D36"/>
                </a:solidFill>
                <a:latin typeface="NanumGothic"/>
                <a:ea typeface="NanumGothic"/>
                <a:cs typeface="NanumGothic"/>
              </a:defRPr>
            </a:lvl6pPr>
            <a:lvl7pPr>
              <a:defRPr sz="2175" b="1">
                <a:solidFill>
                  <a:srgbClr val="173D36"/>
                </a:solidFill>
                <a:latin typeface="NanumGothic"/>
                <a:ea typeface="NanumGothic"/>
                <a:cs typeface="NanumGothic"/>
              </a:defRPr>
            </a:lvl7pPr>
            <a:lvl8pPr>
              <a:defRPr sz="2175" b="1">
                <a:solidFill>
                  <a:srgbClr val="173D36"/>
                </a:solidFill>
                <a:latin typeface="NanumGothic"/>
                <a:ea typeface="NanumGothic"/>
                <a:cs typeface="NanumGothic"/>
              </a:defRPr>
            </a:lvl8pPr>
            <a:lvl9pPr>
              <a:defRPr sz="2175" b="1">
                <a:solidFill>
                  <a:srgbClr val="173D36"/>
                </a:solidFill>
                <a:latin typeface="NanumGothic"/>
                <a:ea typeface="NanumGothic"/>
                <a:cs typeface="NanumGothic"/>
              </a:defRPr>
            </a:lvl9pPr>
          </a:lstStyle>
          <a:p xmlns:a="http://schemas.openxmlformats.org/drawingml/2006/main">
            <a:pPr>
              <a:defRPr sz="2175" b="1">
                <a:solidFill>
                  <a:srgbClr val="173D36"/>
                </a:solidFill>
                <a:latin typeface="NanumGothic"/>
                <a:ea typeface="NanumGothic"/>
                <a:cs typeface="NanumGothic"/>
              </a:defRPr>
            </a:pPr>
            <a:r>
              <a:rPr sz="2175" b="1">
                <a:solidFill>
                  <a:srgbClr val="173D36"/>
                </a:solidFill>
                <a:latin typeface="NanumGothic"/>
                <a:ea typeface="NanumGothic"/>
                <a:cs typeface="NanumGothic"/>
              </a:rPr>
              <a:t>[3] 필라이즈</a:t>
            </a:r>
          </a:p>
        </p:txBody>
      </p:sp>
      <p:sp>
        <p:nvSpPr>
          <p:cNvPr id="10" name="">
            <a:extLst xmlns:a="http://schemas.openxmlformats.org/drawingml/2006/main">
              <a:ext uri="{FF2B5EF4-FFF2-40B4-BE49-F238E27FC236}">
                <a16:creationId xmlns:a16="http://schemas.microsoft.com/office/drawing/2014/main" id="{C6E4E51C-F9D3-447D-A38A-721545E0B8D2}"/>
              </a:ext>
            </a:extLst>
          </p:cNvPr>
          <p:cNvSpPr>
            <a:spLocks xmlns:a="http://schemas.openxmlformats.org/drawingml/2006/main" noGrp="1"/>
          </p:cNvSpPr>
          <p:nvPr/>
        </p:nvSpPr>
        <p:spPr>
          <a:xfrm xmlns:a="http://schemas.openxmlformats.org/drawingml/2006/main">
            <a:off x="609600" y="46958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43F3A"/>
                </a:solidFill>
                <a:latin typeface="NanumGothic"/>
                <a:ea typeface="NanumGothic"/>
                <a:cs typeface="NanumGothic"/>
              </a:defRPr>
            </a:defPPr>
            <a:lvl1pPr>
              <a:defRPr sz="1875" b="0">
                <a:solidFill>
                  <a:srgbClr val="243F3A"/>
                </a:solidFill>
                <a:latin typeface="NanumGothic"/>
                <a:ea typeface="NanumGothic"/>
                <a:cs typeface="NanumGothic"/>
              </a:defRPr>
            </a:lvl1pPr>
            <a:lvl2pPr>
              <a:defRPr sz="1875" b="0">
                <a:solidFill>
                  <a:srgbClr val="243F3A"/>
                </a:solidFill>
                <a:latin typeface="NanumGothic"/>
                <a:ea typeface="NanumGothic"/>
                <a:cs typeface="NanumGothic"/>
              </a:defRPr>
            </a:lvl2pPr>
            <a:lvl3pPr>
              <a:defRPr sz="1875" b="0">
                <a:solidFill>
                  <a:srgbClr val="243F3A"/>
                </a:solidFill>
                <a:latin typeface="NanumGothic"/>
                <a:ea typeface="NanumGothic"/>
                <a:cs typeface="NanumGothic"/>
              </a:defRPr>
            </a:lvl3pPr>
            <a:lvl4pPr>
              <a:defRPr sz="1875" b="0">
                <a:solidFill>
                  <a:srgbClr val="243F3A"/>
                </a:solidFill>
                <a:latin typeface="NanumGothic"/>
                <a:ea typeface="NanumGothic"/>
                <a:cs typeface="NanumGothic"/>
              </a:defRPr>
            </a:lvl4pPr>
            <a:lvl5pPr>
              <a:defRPr sz="1875" b="0">
                <a:solidFill>
                  <a:srgbClr val="243F3A"/>
                </a:solidFill>
                <a:latin typeface="NanumGothic"/>
                <a:ea typeface="NanumGothic"/>
                <a:cs typeface="NanumGothic"/>
              </a:defRPr>
            </a:lvl5pPr>
            <a:lvl6pPr>
              <a:defRPr sz="1875" b="0">
                <a:solidFill>
                  <a:srgbClr val="243F3A"/>
                </a:solidFill>
                <a:latin typeface="NanumGothic"/>
                <a:ea typeface="NanumGothic"/>
                <a:cs typeface="NanumGothic"/>
              </a:defRPr>
            </a:lvl6pPr>
            <a:lvl7pPr>
              <a:defRPr sz="1875" b="0">
                <a:solidFill>
                  <a:srgbClr val="243F3A"/>
                </a:solidFill>
                <a:latin typeface="NanumGothic"/>
                <a:ea typeface="NanumGothic"/>
                <a:cs typeface="NanumGothic"/>
              </a:defRPr>
            </a:lvl7pPr>
            <a:lvl8pPr>
              <a:defRPr sz="1875" b="0">
                <a:solidFill>
                  <a:srgbClr val="243F3A"/>
                </a:solidFill>
                <a:latin typeface="NanumGothic"/>
                <a:ea typeface="NanumGothic"/>
                <a:cs typeface="NanumGothic"/>
              </a:defRPr>
            </a:lvl8pPr>
            <a:lvl9pPr>
              <a:defRPr sz="1875" b="0">
                <a:solidFill>
                  <a:srgbClr val="243F3A"/>
                </a:solidFill>
                <a:latin typeface="NanumGothic"/>
                <a:ea typeface="NanumGothic"/>
                <a:cs typeface="NanumGothic"/>
              </a:defRPr>
            </a:lvl9pPr>
          </a:lstStyle>
          <a:p xmlns:a="http://schemas.openxmlformats.org/drawingml/2006/main">
            <a:pPr>
              <a:defRPr sz="1875" b="0">
                <a:solidFill>
                  <a:srgbClr val="243F3A"/>
                </a:solidFill>
                <a:latin typeface="NanumGothic"/>
                <a:ea typeface="NanumGothic"/>
                <a:cs typeface="NanumGothic"/>
              </a:defRPr>
            </a:pPr>
            <a:r>
              <a:rPr sz="1875" b="0">
                <a:solidFill>
                  <a:srgbClr val="243F3A"/>
                </a:solidFill>
                <a:latin typeface="NanumGothic"/>
                <a:ea typeface="NanumGothic"/>
                <a:cs typeface="NanumGothic"/>
              </a:rPr>
              <a:t>Pillyze Inc. 제공 App Store 소개: 영양제 분석·추천·섭취 알림</a:t>
            </a:r>
          </a:p>
        </p:txBody>
      </p:sp>
      <p:sp>
        <p:nvSpPr>
          <p:cNvPr id="11" name="">
            <a:extLst xmlns:a="http://schemas.openxmlformats.org/drawingml/2006/main">
              <a:ext uri="{FF2B5EF4-FFF2-40B4-BE49-F238E27FC236}">
                <a16:creationId xmlns:a16="http://schemas.microsoft.com/office/drawing/2014/main" id="{28CEA699-AE64-4464-9D87-8EFDC50F295D}"/>
              </a:ext>
            </a:extLst>
          </p:cNvPr>
          <p:cNvSpPr>
            <a:spLocks xmlns:a="http://schemas.openxmlformats.org/drawingml/2006/main" noGrp="1"/>
          </p:cNvSpPr>
          <p:nvPr/>
        </p:nvSpPr>
        <p:spPr>
          <a:xfrm xmlns:a="http://schemas.openxmlformats.org/drawingml/2006/main">
            <a:off x="609600" y="5095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63736D"/>
                </a:solidFill>
                <a:latin typeface="NanumGothic"/>
                <a:ea typeface="NanumGothic"/>
                <a:cs typeface="NanumGothic"/>
              </a:defRPr>
            </a:defPPr>
            <a:lvl1pPr>
              <a:defRPr sz="1425" b="0">
                <a:solidFill>
                  <a:srgbClr val="63736D"/>
                </a:solidFill>
                <a:latin typeface="NanumGothic"/>
                <a:ea typeface="NanumGothic"/>
                <a:cs typeface="NanumGothic"/>
              </a:defRPr>
            </a:lvl1pPr>
            <a:lvl2pPr>
              <a:defRPr sz="1425" b="0">
                <a:solidFill>
                  <a:srgbClr val="63736D"/>
                </a:solidFill>
                <a:latin typeface="NanumGothic"/>
                <a:ea typeface="NanumGothic"/>
                <a:cs typeface="NanumGothic"/>
              </a:defRPr>
            </a:lvl2pPr>
            <a:lvl3pPr>
              <a:defRPr sz="1425" b="0">
                <a:solidFill>
                  <a:srgbClr val="63736D"/>
                </a:solidFill>
                <a:latin typeface="NanumGothic"/>
                <a:ea typeface="NanumGothic"/>
                <a:cs typeface="NanumGothic"/>
              </a:defRPr>
            </a:lvl3pPr>
            <a:lvl4pPr>
              <a:defRPr sz="1425" b="0">
                <a:solidFill>
                  <a:srgbClr val="63736D"/>
                </a:solidFill>
                <a:latin typeface="NanumGothic"/>
                <a:ea typeface="NanumGothic"/>
                <a:cs typeface="NanumGothic"/>
              </a:defRPr>
            </a:lvl4pPr>
            <a:lvl5pPr>
              <a:defRPr sz="1425" b="0">
                <a:solidFill>
                  <a:srgbClr val="63736D"/>
                </a:solidFill>
                <a:latin typeface="NanumGothic"/>
                <a:ea typeface="NanumGothic"/>
                <a:cs typeface="NanumGothic"/>
              </a:defRPr>
            </a:lvl5pPr>
            <a:lvl6pPr>
              <a:defRPr sz="1425" b="0">
                <a:solidFill>
                  <a:srgbClr val="63736D"/>
                </a:solidFill>
                <a:latin typeface="NanumGothic"/>
                <a:ea typeface="NanumGothic"/>
                <a:cs typeface="NanumGothic"/>
              </a:defRPr>
            </a:lvl6pPr>
            <a:lvl7pPr>
              <a:defRPr sz="1425" b="0">
                <a:solidFill>
                  <a:srgbClr val="63736D"/>
                </a:solidFill>
                <a:latin typeface="NanumGothic"/>
                <a:ea typeface="NanumGothic"/>
                <a:cs typeface="NanumGothic"/>
              </a:defRPr>
            </a:lvl7pPr>
            <a:lvl8pPr>
              <a:defRPr sz="1425" b="0">
                <a:solidFill>
                  <a:srgbClr val="63736D"/>
                </a:solidFill>
                <a:latin typeface="NanumGothic"/>
                <a:ea typeface="NanumGothic"/>
                <a:cs typeface="NanumGothic"/>
              </a:defRPr>
            </a:lvl8pPr>
            <a:lvl9pPr>
              <a:defRPr sz="1425" b="0">
                <a:solidFill>
                  <a:srgbClr val="63736D"/>
                </a:solidFill>
                <a:latin typeface="NanumGothic"/>
                <a:ea typeface="NanumGothic"/>
                <a:cs typeface="NanumGothic"/>
              </a:defRPr>
            </a:lvl9pPr>
          </a:lstStyle>
          <a:p xmlns:a="http://schemas.openxmlformats.org/drawingml/2006/main">
            <a:pPr>
              <a:defRPr sz="1425" b="0">
                <a:solidFill>
                  <a:srgbClr val="63736D"/>
                </a:solidFill>
                <a:latin typeface="NanumGothic"/>
                <a:ea typeface="NanumGothic"/>
                <a:cs typeface="NanumGothic"/>
              </a:defRPr>
            </a:pPr>
            <a:r>
              <a:rPr sz="1425" b="0">
                <a:solidFill>
                  <a:srgbClr val="63736D"/>
                </a:solidFill>
                <a:latin typeface="NanumGothic"/>
                <a:ea typeface="NanumGothic"/>
                <a:cs typeface="NanumGothic"/>
              </a:rPr>
              <a:t>apps.apple.com/kr/app/id1595472563</a:t>
            </a:r>
          </a:p>
        </p:txBody>
      </p:sp>
      <p:sp>
        <p:nvSpPr>
          <p:cNvPr id="12" name="">
            <a:extLst xmlns:a="http://schemas.openxmlformats.org/drawingml/2006/main">
              <a:ext uri="{FF2B5EF4-FFF2-40B4-BE49-F238E27FC236}">
                <a16:creationId xmlns:a16="http://schemas.microsoft.com/office/drawing/2014/main" id="{86CF2F64-A24D-42AA-AE5E-D9357871EFE1}"/>
              </a:ext>
            </a:extLst>
          </p:cNvPr>
          <p:cNvSpPr>
            <a:spLocks xmlns:a="http://schemas.openxmlformats.org/drawingml/2006/main" noGrp="1"/>
          </p:cNvSpPr>
          <p:nvPr/>
        </p:nvSpPr>
        <p:spPr>
          <a:xfrm xmlns:a="http://schemas.openxmlformats.org/drawingml/2006/main">
            <a:off x="609600" y="594360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A36835"/>
                </a:solidFill>
                <a:latin typeface="NanumGothic"/>
                <a:ea typeface="NanumGothic"/>
                <a:cs typeface="NanumGothic"/>
              </a:defRPr>
            </a:defPPr>
            <a:lvl1pPr>
              <a:defRPr sz="1650" b="0">
                <a:solidFill>
                  <a:srgbClr val="A36835"/>
                </a:solidFill>
                <a:latin typeface="NanumGothic"/>
                <a:ea typeface="NanumGothic"/>
                <a:cs typeface="NanumGothic"/>
              </a:defRPr>
            </a:lvl1pPr>
            <a:lvl2pPr>
              <a:defRPr sz="1650" b="0">
                <a:solidFill>
                  <a:srgbClr val="A36835"/>
                </a:solidFill>
                <a:latin typeface="NanumGothic"/>
                <a:ea typeface="NanumGothic"/>
                <a:cs typeface="NanumGothic"/>
              </a:defRPr>
            </a:lvl2pPr>
            <a:lvl3pPr>
              <a:defRPr sz="1650" b="0">
                <a:solidFill>
                  <a:srgbClr val="A36835"/>
                </a:solidFill>
                <a:latin typeface="NanumGothic"/>
                <a:ea typeface="NanumGothic"/>
                <a:cs typeface="NanumGothic"/>
              </a:defRPr>
            </a:lvl3pPr>
            <a:lvl4pPr>
              <a:defRPr sz="1650" b="0">
                <a:solidFill>
                  <a:srgbClr val="A36835"/>
                </a:solidFill>
                <a:latin typeface="NanumGothic"/>
                <a:ea typeface="NanumGothic"/>
                <a:cs typeface="NanumGothic"/>
              </a:defRPr>
            </a:lvl4pPr>
            <a:lvl5pPr>
              <a:defRPr sz="1650" b="0">
                <a:solidFill>
                  <a:srgbClr val="A36835"/>
                </a:solidFill>
                <a:latin typeface="NanumGothic"/>
                <a:ea typeface="NanumGothic"/>
                <a:cs typeface="NanumGothic"/>
              </a:defRPr>
            </a:lvl5pPr>
            <a:lvl6pPr>
              <a:defRPr sz="1650" b="0">
                <a:solidFill>
                  <a:srgbClr val="A36835"/>
                </a:solidFill>
                <a:latin typeface="NanumGothic"/>
                <a:ea typeface="NanumGothic"/>
                <a:cs typeface="NanumGothic"/>
              </a:defRPr>
            </a:lvl6pPr>
            <a:lvl7pPr>
              <a:defRPr sz="1650" b="0">
                <a:solidFill>
                  <a:srgbClr val="A36835"/>
                </a:solidFill>
                <a:latin typeface="NanumGothic"/>
                <a:ea typeface="NanumGothic"/>
                <a:cs typeface="NanumGothic"/>
              </a:defRPr>
            </a:lvl7pPr>
            <a:lvl8pPr>
              <a:defRPr sz="1650" b="0">
                <a:solidFill>
                  <a:srgbClr val="A36835"/>
                </a:solidFill>
                <a:latin typeface="NanumGothic"/>
                <a:ea typeface="NanumGothic"/>
                <a:cs typeface="NanumGothic"/>
              </a:defRPr>
            </a:lvl8pPr>
            <a:lvl9pPr>
              <a:defRPr sz="1650" b="0">
                <a:solidFill>
                  <a:srgbClr val="A36835"/>
                </a:solidFill>
                <a:latin typeface="NanumGothic"/>
                <a:ea typeface="NanumGothic"/>
                <a:cs typeface="NanumGothic"/>
              </a:defRPr>
            </a:lvl9pPr>
          </a:lstStyle>
          <a:p xmlns:a="http://schemas.openxmlformats.org/drawingml/2006/main">
            <a:pPr>
              <a:defRPr sz="1650" b="0">
                <a:solidFill>
                  <a:srgbClr val="A36835"/>
                </a:solidFill>
                <a:latin typeface="NanumGothic"/>
                <a:ea typeface="NanumGothic"/>
                <a:cs typeface="NanumGothic"/>
              </a:defRPr>
            </a:pPr>
            <a:r>
              <a:rPr sz="1650" b="0">
                <a:solidFill>
                  <a:srgbClr val="A36835"/>
                </a:solidFill>
                <a:latin typeface="NanumGothic"/>
                <a:ea typeface="NanumGothic"/>
                <a:cs typeface="NanumGothic"/>
              </a:rPr>
              <a:t>2026-10-31 확인. 공개 기능 소개만 비교했으며, 기능 부재나 경쟁 우위는 검증하지 않았습니다.</a:t>
            </a:r>
          </a:p>
        </p:txBody>
      </p:sp>
      <p:sp>
        <p:nvSpPr>
          <p:cNvPr id="13" name="">
            <a:extLst xmlns:a="http://schemas.openxmlformats.org/drawingml/2006/main">
              <a:ext uri="{FF2B5EF4-FFF2-40B4-BE49-F238E27FC236}">
                <a16:creationId xmlns:a16="http://schemas.microsoft.com/office/drawing/2014/main" id="{AD3BB03C-EEF1-42D5-A813-C7757AF7FB71}"/>
              </a:ext>
            </a:extLst>
          </p:cNvPr>
          <p:cNvSpPr>
            <a:spLocks xmlns:a="http://schemas.openxmlformats.org/drawingml/2006/main" noGrp="1"/>
          </p:cNvSpPr>
          <p:nvPr/>
        </p:nvSpPr>
        <p:spPr>
          <a:xfrm xmlns:a="http://schemas.openxmlformats.org/drawingml/2006/main">
            <a:off x="11049000" y="6429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3736D"/>
                </a:solidFill>
                <a:latin typeface="NanumGothic"/>
                <a:ea typeface="NanumGothic"/>
                <a:cs typeface="NanumGothic"/>
              </a:defRPr>
            </a:defPPr>
            <a:lvl1pPr>
              <a:defRPr sz="1350" b="0">
                <a:solidFill>
                  <a:srgbClr val="63736D"/>
                </a:solidFill>
                <a:latin typeface="NanumGothic"/>
                <a:ea typeface="NanumGothic"/>
                <a:cs typeface="NanumGothic"/>
              </a:defRPr>
            </a:lvl1pPr>
            <a:lvl2pPr>
              <a:defRPr sz="1350" b="0">
                <a:solidFill>
                  <a:srgbClr val="63736D"/>
                </a:solidFill>
                <a:latin typeface="NanumGothic"/>
                <a:ea typeface="NanumGothic"/>
                <a:cs typeface="NanumGothic"/>
              </a:defRPr>
            </a:lvl2pPr>
            <a:lvl3pPr>
              <a:defRPr sz="1350" b="0">
                <a:solidFill>
                  <a:srgbClr val="63736D"/>
                </a:solidFill>
                <a:latin typeface="NanumGothic"/>
                <a:ea typeface="NanumGothic"/>
                <a:cs typeface="NanumGothic"/>
              </a:defRPr>
            </a:lvl3pPr>
            <a:lvl4pPr>
              <a:defRPr sz="1350" b="0">
                <a:solidFill>
                  <a:srgbClr val="63736D"/>
                </a:solidFill>
                <a:latin typeface="NanumGothic"/>
                <a:ea typeface="NanumGothic"/>
                <a:cs typeface="NanumGothic"/>
              </a:defRPr>
            </a:lvl4pPr>
            <a:lvl5pPr>
              <a:defRPr sz="1350" b="0">
                <a:solidFill>
                  <a:srgbClr val="63736D"/>
                </a:solidFill>
                <a:latin typeface="NanumGothic"/>
                <a:ea typeface="NanumGothic"/>
                <a:cs typeface="NanumGothic"/>
              </a:defRPr>
            </a:lvl5pPr>
            <a:lvl6pPr>
              <a:defRPr sz="1350" b="0">
                <a:solidFill>
                  <a:srgbClr val="63736D"/>
                </a:solidFill>
                <a:latin typeface="NanumGothic"/>
                <a:ea typeface="NanumGothic"/>
                <a:cs typeface="NanumGothic"/>
              </a:defRPr>
            </a:lvl6pPr>
            <a:lvl7pPr>
              <a:defRPr sz="1350" b="0">
                <a:solidFill>
                  <a:srgbClr val="63736D"/>
                </a:solidFill>
                <a:latin typeface="NanumGothic"/>
                <a:ea typeface="NanumGothic"/>
                <a:cs typeface="NanumGothic"/>
              </a:defRPr>
            </a:lvl7pPr>
            <a:lvl8pPr>
              <a:defRPr sz="1350" b="0">
                <a:solidFill>
                  <a:srgbClr val="63736D"/>
                </a:solidFill>
                <a:latin typeface="NanumGothic"/>
                <a:ea typeface="NanumGothic"/>
                <a:cs typeface="NanumGothic"/>
              </a:defRPr>
            </a:lvl8pPr>
            <a:lvl9pPr>
              <a:defRPr sz="1350" b="0">
                <a:solidFill>
                  <a:srgbClr val="63736D"/>
                </a:solidFill>
                <a:latin typeface="NanumGothic"/>
                <a:ea typeface="NanumGothic"/>
                <a:cs typeface="NanumGothic"/>
              </a:defRPr>
            </a:lvl9pPr>
          </a:lstStyle>
          <a:p xmlns:a="http://schemas.openxmlformats.org/drawingml/2006/main">
            <a:pPr>
              <a:defRPr sz="1350" b="0">
                <a:solidFill>
                  <a:srgbClr val="63736D"/>
                </a:solidFill>
                <a:latin typeface="NanumGothic"/>
                <a:ea typeface="NanumGothic"/>
                <a:cs typeface="NanumGothic"/>
              </a:defRPr>
            </a:pPr>
            <a:r>
              <a:rPr sz="1350" b="0">
                <a:solidFill>
                  <a:srgbClr val="63736D"/>
                </a:solidFill>
                <a:latin typeface="NanumGothic"/>
                <a:ea typeface="NanumGothic"/>
                <a:cs typeface="NanumGothic"/>
              </a:rPr>
              <a:t>26</a:t>
            </a:r>
          </a:p>
        </p:txBody>
      </p:sp>
    </p:spTree>
    <p:extLst>
      <p:ext uri="{BB962C8B-B14F-4D97-AF65-F5344CB8AC3E}">
        <p14:creationId xmlns:p14="http://schemas.microsoft.com/office/powerpoint/2010/main" val="15696748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2026-10-31T12:42:45.7190000Z</dcterms:created>
  <dcterms:modified xsi:type="dcterms:W3CDTF">2026-10-31T12:42:45.7190000Z</dcterms:modified>
</coreProperties>
</file>